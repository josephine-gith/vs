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4"/>
  </p:sldMasterIdLst>
  <p:notesMasterIdLst>
    <p:notesMasterId r:id="rId6"/>
  </p:notesMasterIdLst>
  <p:handoutMasterIdLst>
    <p:handoutMasterId r:id="rId7"/>
  </p:handoutMasterIdLst>
  <p:sldIdLst>
    <p:sldId id="436" r:id="rId5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B93AA28-F3ED-448A-ADB4-5570FE00D17D}">
          <p14:sldIdLst/>
        </p14:section>
        <p14:section name="Présentation des équipes" id="{4CE093F1-DA41-4295-A923-2EE2D5F13C7E}">
          <p14:sldIdLst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7AD6"/>
    <a:srgbClr val="C9E8FF"/>
    <a:srgbClr val="00A249"/>
    <a:srgbClr val="FB8E21"/>
    <a:srgbClr val="E67504"/>
    <a:srgbClr val="FF5050"/>
    <a:srgbClr val="FF9900"/>
    <a:srgbClr val="FF7C8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68" autoAdjust="0"/>
  </p:normalViewPr>
  <p:slideViewPr>
    <p:cSldViewPr snapToGrid="0" showGuides="1">
      <p:cViewPr varScale="1">
        <p:scale>
          <a:sx n="86" d="100"/>
          <a:sy n="86" d="100"/>
        </p:scale>
        <p:origin x="56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-3780" y="-78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eur\Downloads\Colle-21-01-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eur\Downloads\Colle-21-01-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eur\Downloads\Colle-21-01-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eur\Downloads\Colle-21-01-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G'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00B0F0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'Strain sweep'!$H$10:$H$40</c:f>
              <c:numCache>
                <c:formatCode>General</c:formatCode>
                <c:ptCount val="31"/>
                <c:pt idx="0">
                  <c:v>0.22436</c:v>
                </c:pt>
                <c:pt idx="1">
                  <c:v>0.28473999999999999</c:v>
                </c:pt>
                <c:pt idx="2">
                  <c:v>0.36419000000000001</c:v>
                </c:pt>
                <c:pt idx="3">
                  <c:v>0.46589999999999998</c:v>
                </c:pt>
                <c:pt idx="4">
                  <c:v>0.59502999999999995</c:v>
                </c:pt>
                <c:pt idx="5">
                  <c:v>0.75663000000000002</c:v>
                </c:pt>
                <c:pt idx="6">
                  <c:v>0.96421000000000001</c:v>
                </c:pt>
                <c:pt idx="7">
                  <c:v>1.2217</c:v>
                </c:pt>
                <c:pt idx="8">
                  <c:v>1.5585</c:v>
                </c:pt>
                <c:pt idx="9">
                  <c:v>1.9827999999999999</c:v>
                </c:pt>
                <c:pt idx="10">
                  <c:v>2.5289000000000001</c:v>
                </c:pt>
                <c:pt idx="11">
                  <c:v>3.2267999999999999</c:v>
                </c:pt>
                <c:pt idx="12">
                  <c:v>4.1189</c:v>
                </c:pt>
                <c:pt idx="13">
                  <c:v>5.2521000000000004</c:v>
                </c:pt>
                <c:pt idx="14">
                  <c:v>6.7013999999999996</c:v>
                </c:pt>
                <c:pt idx="15">
                  <c:v>8.5740999999999996</c:v>
                </c:pt>
                <c:pt idx="16">
                  <c:v>10.999000000000001</c:v>
                </c:pt>
                <c:pt idx="17">
                  <c:v>14.007999999999999</c:v>
                </c:pt>
                <c:pt idx="18">
                  <c:v>17.347999999999999</c:v>
                </c:pt>
                <c:pt idx="19">
                  <c:v>20.844999999999999</c:v>
                </c:pt>
                <c:pt idx="20">
                  <c:v>24.754000000000001</c:v>
                </c:pt>
                <c:pt idx="21">
                  <c:v>29.960999999999999</c:v>
                </c:pt>
                <c:pt idx="22">
                  <c:v>35.633000000000003</c:v>
                </c:pt>
                <c:pt idx="23">
                  <c:v>41.930999999999997</c:v>
                </c:pt>
                <c:pt idx="24">
                  <c:v>48.613999999999997</c:v>
                </c:pt>
                <c:pt idx="25">
                  <c:v>55.898000000000003</c:v>
                </c:pt>
                <c:pt idx="26">
                  <c:v>63.204999999999998</c:v>
                </c:pt>
                <c:pt idx="27">
                  <c:v>71.19</c:v>
                </c:pt>
                <c:pt idx="28">
                  <c:v>80.031000000000006</c:v>
                </c:pt>
                <c:pt idx="29">
                  <c:v>91.522000000000006</c:v>
                </c:pt>
                <c:pt idx="30">
                  <c:v>108.37</c:v>
                </c:pt>
              </c:numCache>
            </c:numRef>
          </c:xVal>
          <c:yVal>
            <c:numRef>
              <c:f>'Strain sweep'!$D$10:$D$40</c:f>
              <c:numCache>
                <c:formatCode>General</c:formatCode>
                <c:ptCount val="31"/>
                <c:pt idx="0">
                  <c:v>907.15</c:v>
                </c:pt>
                <c:pt idx="1">
                  <c:v>907.15</c:v>
                </c:pt>
                <c:pt idx="2">
                  <c:v>907.15</c:v>
                </c:pt>
                <c:pt idx="3">
                  <c:v>907.15</c:v>
                </c:pt>
                <c:pt idx="4">
                  <c:v>907.15</c:v>
                </c:pt>
                <c:pt idx="5">
                  <c:v>907.15</c:v>
                </c:pt>
                <c:pt idx="6">
                  <c:v>907.15</c:v>
                </c:pt>
                <c:pt idx="7">
                  <c:v>907.15</c:v>
                </c:pt>
                <c:pt idx="8">
                  <c:v>907.15</c:v>
                </c:pt>
                <c:pt idx="9">
                  <c:v>906.36</c:v>
                </c:pt>
                <c:pt idx="10">
                  <c:v>906.55</c:v>
                </c:pt>
                <c:pt idx="11">
                  <c:v>906.07</c:v>
                </c:pt>
                <c:pt idx="12">
                  <c:v>905.26</c:v>
                </c:pt>
                <c:pt idx="13">
                  <c:v>902.56</c:v>
                </c:pt>
                <c:pt idx="14">
                  <c:v>899.15</c:v>
                </c:pt>
                <c:pt idx="15">
                  <c:v>895.74</c:v>
                </c:pt>
                <c:pt idx="16">
                  <c:v>891.83</c:v>
                </c:pt>
                <c:pt idx="17">
                  <c:v>878.91</c:v>
                </c:pt>
                <c:pt idx="18">
                  <c:v>843.28</c:v>
                </c:pt>
                <c:pt idx="19">
                  <c:v>787.44</c:v>
                </c:pt>
                <c:pt idx="20">
                  <c:v>727.46</c:v>
                </c:pt>
                <c:pt idx="21">
                  <c:v>678.97</c:v>
                </c:pt>
                <c:pt idx="22">
                  <c:v>622.39</c:v>
                </c:pt>
                <c:pt idx="23">
                  <c:v>563.46</c:v>
                </c:pt>
                <c:pt idx="24">
                  <c:v>500.91</c:v>
                </c:pt>
                <c:pt idx="25">
                  <c:v>439.6</c:v>
                </c:pt>
                <c:pt idx="26">
                  <c:v>377.19</c:v>
                </c:pt>
                <c:pt idx="27">
                  <c:v>321.24</c:v>
                </c:pt>
                <c:pt idx="28">
                  <c:v>272.02</c:v>
                </c:pt>
                <c:pt idx="29">
                  <c:v>233.9</c:v>
                </c:pt>
                <c:pt idx="30">
                  <c:v>208.04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8F-4265-9485-BDC93F58C183}"/>
            </c:ext>
          </c:extLst>
        </c:ser>
        <c:ser>
          <c:idx val="1"/>
          <c:order val="1"/>
          <c:tx>
            <c:v>G''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F816F3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'Strain sweep'!$H$10:$H$40</c:f>
              <c:numCache>
                <c:formatCode>General</c:formatCode>
                <c:ptCount val="31"/>
                <c:pt idx="0">
                  <c:v>0.22436</c:v>
                </c:pt>
                <c:pt idx="1">
                  <c:v>0.28473999999999999</c:v>
                </c:pt>
                <c:pt idx="2">
                  <c:v>0.36419000000000001</c:v>
                </c:pt>
                <c:pt idx="3">
                  <c:v>0.46589999999999998</c:v>
                </c:pt>
                <c:pt idx="4">
                  <c:v>0.59502999999999995</c:v>
                </c:pt>
                <c:pt idx="5">
                  <c:v>0.75663000000000002</c:v>
                </c:pt>
                <c:pt idx="6">
                  <c:v>0.96421000000000001</c:v>
                </c:pt>
                <c:pt idx="7">
                  <c:v>1.2217</c:v>
                </c:pt>
                <c:pt idx="8">
                  <c:v>1.5585</c:v>
                </c:pt>
                <c:pt idx="9">
                  <c:v>1.9827999999999999</c:v>
                </c:pt>
                <c:pt idx="10">
                  <c:v>2.5289000000000001</c:v>
                </c:pt>
                <c:pt idx="11">
                  <c:v>3.2267999999999999</c:v>
                </c:pt>
                <c:pt idx="12">
                  <c:v>4.1189</c:v>
                </c:pt>
                <c:pt idx="13">
                  <c:v>5.2521000000000004</c:v>
                </c:pt>
                <c:pt idx="14">
                  <c:v>6.7013999999999996</c:v>
                </c:pt>
                <c:pt idx="15">
                  <c:v>8.5740999999999996</c:v>
                </c:pt>
                <c:pt idx="16">
                  <c:v>10.999000000000001</c:v>
                </c:pt>
                <c:pt idx="17">
                  <c:v>14.007999999999999</c:v>
                </c:pt>
                <c:pt idx="18">
                  <c:v>17.347999999999999</c:v>
                </c:pt>
                <c:pt idx="19">
                  <c:v>20.844999999999999</c:v>
                </c:pt>
                <c:pt idx="20">
                  <c:v>24.754000000000001</c:v>
                </c:pt>
                <c:pt idx="21">
                  <c:v>29.960999999999999</c:v>
                </c:pt>
                <c:pt idx="22">
                  <c:v>35.633000000000003</c:v>
                </c:pt>
                <c:pt idx="23">
                  <c:v>41.930999999999997</c:v>
                </c:pt>
                <c:pt idx="24">
                  <c:v>48.613999999999997</c:v>
                </c:pt>
                <c:pt idx="25">
                  <c:v>55.898000000000003</c:v>
                </c:pt>
                <c:pt idx="26">
                  <c:v>63.204999999999998</c:v>
                </c:pt>
                <c:pt idx="27">
                  <c:v>71.19</c:v>
                </c:pt>
                <c:pt idx="28">
                  <c:v>80.031000000000006</c:v>
                </c:pt>
                <c:pt idx="29">
                  <c:v>91.522000000000006</c:v>
                </c:pt>
                <c:pt idx="30">
                  <c:v>108.37</c:v>
                </c:pt>
              </c:numCache>
            </c:numRef>
          </c:xVal>
          <c:yVal>
            <c:numRef>
              <c:f>'Strain sweep'!$E$10:$E$40</c:f>
              <c:numCache>
                <c:formatCode>General</c:formatCode>
                <c:ptCount val="31"/>
                <c:pt idx="0">
                  <c:v>552.58000000000004</c:v>
                </c:pt>
                <c:pt idx="1">
                  <c:v>552.58000000000004</c:v>
                </c:pt>
                <c:pt idx="2">
                  <c:v>552.58000000000004</c:v>
                </c:pt>
                <c:pt idx="3">
                  <c:v>552.58000000000004</c:v>
                </c:pt>
                <c:pt idx="4">
                  <c:v>552.58000000000004</c:v>
                </c:pt>
                <c:pt idx="5">
                  <c:v>552.58000000000004</c:v>
                </c:pt>
                <c:pt idx="6">
                  <c:v>552.58000000000004</c:v>
                </c:pt>
                <c:pt idx="7">
                  <c:v>552.58000000000004</c:v>
                </c:pt>
                <c:pt idx="8">
                  <c:v>555.54</c:v>
                </c:pt>
                <c:pt idx="9">
                  <c:v>554.65</c:v>
                </c:pt>
                <c:pt idx="10">
                  <c:v>557.17999999999995</c:v>
                </c:pt>
                <c:pt idx="11">
                  <c:v>561.61</c:v>
                </c:pt>
                <c:pt idx="12">
                  <c:v>567.49</c:v>
                </c:pt>
                <c:pt idx="13">
                  <c:v>573.94000000000005</c:v>
                </c:pt>
                <c:pt idx="14">
                  <c:v>582.88</c:v>
                </c:pt>
                <c:pt idx="15">
                  <c:v>596.96</c:v>
                </c:pt>
                <c:pt idx="16">
                  <c:v>616.6</c:v>
                </c:pt>
                <c:pt idx="17">
                  <c:v>629</c:v>
                </c:pt>
                <c:pt idx="18">
                  <c:v>628</c:v>
                </c:pt>
                <c:pt idx="19">
                  <c:v>610</c:v>
                </c:pt>
                <c:pt idx="20">
                  <c:v>587</c:v>
                </c:pt>
                <c:pt idx="21">
                  <c:v>561.69000000000005</c:v>
                </c:pt>
                <c:pt idx="22">
                  <c:v>538.19000000000005</c:v>
                </c:pt>
                <c:pt idx="23">
                  <c:v>510.34</c:v>
                </c:pt>
                <c:pt idx="24">
                  <c:v>477.47</c:v>
                </c:pt>
                <c:pt idx="25">
                  <c:v>443.92</c:v>
                </c:pt>
                <c:pt idx="26">
                  <c:v>406.62</c:v>
                </c:pt>
                <c:pt idx="27">
                  <c:v>370.64</c:v>
                </c:pt>
                <c:pt idx="28">
                  <c:v>336.8</c:v>
                </c:pt>
                <c:pt idx="29">
                  <c:v>310.47000000000003</c:v>
                </c:pt>
                <c:pt idx="30">
                  <c:v>295.52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8F-4265-9485-BDC93F58C1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1111487"/>
        <c:axId val="689890063"/>
      </c:scatterChart>
      <c:valAx>
        <c:axId val="621111487"/>
        <c:scaling>
          <c:logBase val="10"/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Shear stress [Pa]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89890063"/>
        <c:crosses val="autoZero"/>
        <c:crossBetween val="midCat"/>
      </c:valAx>
      <c:valAx>
        <c:axId val="689890063"/>
        <c:scaling>
          <c:logBase val="10"/>
          <c:orientation val="minMax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 baseline="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G’ &amp; G'' [Pa] </a:t>
                </a:r>
                <a:endParaRPr lang="fr-FR" sz="1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c:rich>
          </c:tx>
          <c:layout>
            <c:manualLayout>
              <c:xMode val="edge"/>
              <c:yMode val="edge"/>
              <c:x val="3.9170318138203847E-2"/>
              <c:y val="0.209468658533699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21111487"/>
        <c:crossesAt val="1.0000000000000002E-2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21755783426579"/>
          <c:y val="0.39418807454578708"/>
          <c:w val="0.11155872419559985"/>
          <c:h val="0.13607924643937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exp data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00B0F0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'Flow curve'!$AJ$6:$AJ$48</c:f>
              <c:numCache>
                <c:formatCode>General</c:formatCode>
                <c:ptCount val="43"/>
                <c:pt idx="2">
                  <c:v>56.2</c:v>
                </c:pt>
                <c:pt idx="3">
                  <c:v>42.2</c:v>
                </c:pt>
                <c:pt idx="4">
                  <c:v>31.6</c:v>
                </c:pt>
                <c:pt idx="5">
                  <c:v>23.7</c:v>
                </c:pt>
                <c:pt idx="6">
                  <c:v>17.8</c:v>
                </c:pt>
                <c:pt idx="7">
                  <c:v>13.3</c:v>
                </c:pt>
                <c:pt idx="8">
                  <c:v>10</c:v>
                </c:pt>
                <c:pt idx="9">
                  <c:v>7.5</c:v>
                </c:pt>
                <c:pt idx="10">
                  <c:v>5.62</c:v>
                </c:pt>
                <c:pt idx="11">
                  <c:v>4.22</c:v>
                </c:pt>
                <c:pt idx="12">
                  <c:v>3.16</c:v>
                </c:pt>
                <c:pt idx="13">
                  <c:v>2.37</c:v>
                </c:pt>
                <c:pt idx="14">
                  <c:v>1.78</c:v>
                </c:pt>
                <c:pt idx="15">
                  <c:v>1.33</c:v>
                </c:pt>
                <c:pt idx="16">
                  <c:v>1</c:v>
                </c:pt>
                <c:pt idx="17">
                  <c:v>0.75</c:v>
                </c:pt>
                <c:pt idx="18">
                  <c:v>0.56200000000000006</c:v>
                </c:pt>
                <c:pt idx="19">
                  <c:v>0.42199999999999999</c:v>
                </c:pt>
                <c:pt idx="20">
                  <c:v>0.316</c:v>
                </c:pt>
                <c:pt idx="21">
                  <c:v>0.23699999999999999</c:v>
                </c:pt>
                <c:pt idx="22">
                  <c:v>0.17799999999999999</c:v>
                </c:pt>
                <c:pt idx="23">
                  <c:v>0.13300000000000001</c:v>
                </c:pt>
                <c:pt idx="24">
                  <c:v>0.1</c:v>
                </c:pt>
                <c:pt idx="25">
                  <c:v>7.4999999999999997E-2</c:v>
                </c:pt>
                <c:pt idx="26">
                  <c:v>5.62E-2</c:v>
                </c:pt>
                <c:pt idx="27">
                  <c:v>4.2200000000000001E-2</c:v>
                </c:pt>
                <c:pt idx="28">
                  <c:v>3.1600000000000003E-2</c:v>
                </c:pt>
                <c:pt idx="29">
                  <c:v>2.3699999999999999E-2</c:v>
                </c:pt>
                <c:pt idx="30">
                  <c:v>1.78E-2</c:v>
                </c:pt>
                <c:pt idx="31">
                  <c:v>1.3299999999999999E-2</c:v>
                </c:pt>
                <c:pt idx="32">
                  <c:v>0.01</c:v>
                </c:pt>
                <c:pt idx="33">
                  <c:v>7.4999999999999997E-3</c:v>
                </c:pt>
                <c:pt idx="34">
                  <c:v>5.4999999999999997E-3</c:v>
                </c:pt>
                <c:pt idx="35">
                  <c:v>4.0000000000000001E-3</c:v>
                </c:pt>
                <c:pt idx="36">
                  <c:v>2.8999999999999998E-3</c:v>
                </c:pt>
                <c:pt idx="37">
                  <c:v>2.0999999999999999E-3</c:v>
                </c:pt>
                <c:pt idx="38">
                  <c:v>1.5E-3</c:v>
                </c:pt>
                <c:pt idx="39">
                  <c:v>5.0000000000000001E-4</c:v>
                </c:pt>
                <c:pt idx="40">
                  <c:v>4.0000000000000002E-4</c:v>
                </c:pt>
                <c:pt idx="41">
                  <c:v>2.6200000000000003E-4</c:v>
                </c:pt>
                <c:pt idx="42">
                  <c:v>1.22E-4</c:v>
                </c:pt>
              </c:numCache>
            </c:numRef>
          </c:xVal>
          <c:yVal>
            <c:numRef>
              <c:f>'Flow curve'!$AK$6:$AK$48</c:f>
              <c:numCache>
                <c:formatCode>General</c:formatCode>
                <c:ptCount val="43"/>
                <c:pt idx="2">
                  <c:v>520.98</c:v>
                </c:pt>
                <c:pt idx="3">
                  <c:v>422.35</c:v>
                </c:pt>
                <c:pt idx="4">
                  <c:v>368.42</c:v>
                </c:pt>
                <c:pt idx="5">
                  <c:v>333.49</c:v>
                </c:pt>
                <c:pt idx="6">
                  <c:v>302.89999999999998</c:v>
                </c:pt>
                <c:pt idx="7">
                  <c:v>266.77999999999997</c:v>
                </c:pt>
                <c:pt idx="8">
                  <c:v>240</c:v>
                </c:pt>
                <c:pt idx="9">
                  <c:v>215</c:v>
                </c:pt>
                <c:pt idx="10">
                  <c:v>193</c:v>
                </c:pt>
                <c:pt idx="11">
                  <c:v>175</c:v>
                </c:pt>
                <c:pt idx="12">
                  <c:v>157</c:v>
                </c:pt>
                <c:pt idx="13">
                  <c:v>141.5</c:v>
                </c:pt>
                <c:pt idx="14">
                  <c:v>127</c:v>
                </c:pt>
                <c:pt idx="15">
                  <c:v>115</c:v>
                </c:pt>
                <c:pt idx="16">
                  <c:v>106</c:v>
                </c:pt>
                <c:pt idx="17">
                  <c:v>93</c:v>
                </c:pt>
                <c:pt idx="18">
                  <c:v>85</c:v>
                </c:pt>
                <c:pt idx="19">
                  <c:v>77</c:v>
                </c:pt>
                <c:pt idx="20">
                  <c:v>71</c:v>
                </c:pt>
                <c:pt idx="21">
                  <c:v>64</c:v>
                </c:pt>
                <c:pt idx="22">
                  <c:v>59</c:v>
                </c:pt>
                <c:pt idx="23">
                  <c:v>55</c:v>
                </c:pt>
                <c:pt idx="24">
                  <c:v>49.66</c:v>
                </c:pt>
                <c:pt idx="25">
                  <c:v>46.389000000000003</c:v>
                </c:pt>
                <c:pt idx="26">
                  <c:v>43.433</c:v>
                </c:pt>
                <c:pt idx="27">
                  <c:v>40.701000000000001</c:v>
                </c:pt>
                <c:pt idx="28">
                  <c:v>38.229999999999997</c:v>
                </c:pt>
                <c:pt idx="29">
                  <c:v>35.851999999999997</c:v>
                </c:pt>
                <c:pt idx="30">
                  <c:v>33.738999999999997</c:v>
                </c:pt>
                <c:pt idx="31">
                  <c:v>31.658999999999999</c:v>
                </c:pt>
                <c:pt idx="32">
                  <c:v>29.98</c:v>
                </c:pt>
                <c:pt idx="33">
                  <c:v>27.654</c:v>
                </c:pt>
                <c:pt idx="34">
                  <c:v>26</c:v>
                </c:pt>
                <c:pt idx="35">
                  <c:v>24</c:v>
                </c:pt>
                <c:pt idx="36">
                  <c:v>21.063500000000001</c:v>
                </c:pt>
                <c:pt idx="37">
                  <c:v>20</c:v>
                </c:pt>
                <c:pt idx="38">
                  <c:v>19</c:v>
                </c:pt>
                <c:pt idx="39">
                  <c:v>18</c:v>
                </c:pt>
                <c:pt idx="40">
                  <c:v>17.5</c:v>
                </c:pt>
                <c:pt idx="41">
                  <c:v>16</c:v>
                </c:pt>
                <c:pt idx="42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6D-4E54-8686-9352AD59C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6754527"/>
        <c:axId val="689867183"/>
      </c:scatterChart>
      <c:scatterChart>
        <c:scatterStyle val="smoothMarker"/>
        <c:varyColors val="0"/>
        <c:ser>
          <c:idx val="1"/>
          <c:order val="1"/>
          <c:tx>
            <c:v>HB fit</c:v>
          </c:tx>
          <c:spPr>
            <a:ln w="19050" cap="rnd">
              <a:solidFill>
                <a:srgbClr val="F816F3"/>
              </a:solidFill>
              <a:round/>
            </a:ln>
            <a:effectLst/>
          </c:spPr>
          <c:marker>
            <c:symbol val="none"/>
          </c:marker>
          <c:xVal>
            <c:numRef>
              <c:f>'Flow curve'!$AJ$6:$AJ$48</c:f>
              <c:numCache>
                <c:formatCode>General</c:formatCode>
                <c:ptCount val="43"/>
                <c:pt idx="2">
                  <c:v>56.2</c:v>
                </c:pt>
                <c:pt idx="3">
                  <c:v>42.2</c:v>
                </c:pt>
                <c:pt idx="4">
                  <c:v>31.6</c:v>
                </c:pt>
                <c:pt idx="5">
                  <c:v>23.7</c:v>
                </c:pt>
                <c:pt idx="6">
                  <c:v>17.8</c:v>
                </c:pt>
                <c:pt idx="7">
                  <c:v>13.3</c:v>
                </c:pt>
                <c:pt idx="8">
                  <c:v>10</c:v>
                </c:pt>
                <c:pt idx="9">
                  <c:v>7.5</c:v>
                </c:pt>
                <c:pt idx="10">
                  <c:v>5.62</c:v>
                </c:pt>
                <c:pt idx="11">
                  <c:v>4.22</c:v>
                </c:pt>
                <c:pt idx="12">
                  <c:v>3.16</c:v>
                </c:pt>
                <c:pt idx="13">
                  <c:v>2.37</c:v>
                </c:pt>
                <c:pt idx="14">
                  <c:v>1.78</c:v>
                </c:pt>
                <c:pt idx="15">
                  <c:v>1.33</c:v>
                </c:pt>
                <c:pt idx="16">
                  <c:v>1</c:v>
                </c:pt>
                <c:pt idx="17">
                  <c:v>0.75</c:v>
                </c:pt>
                <c:pt idx="18">
                  <c:v>0.56200000000000006</c:v>
                </c:pt>
                <c:pt idx="19">
                  <c:v>0.42199999999999999</c:v>
                </c:pt>
                <c:pt idx="20">
                  <c:v>0.316</c:v>
                </c:pt>
                <c:pt idx="21">
                  <c:v>0.23699999999999999</c:v>
                </c:pt>
                <c:pt idx="22">
                  <c:v>0.17799999999999999</c:v>
                </c:pt>
                <c:pt idx="23">
                  <c:v>0.13300000000000001</c:v>
                </c:pt>
                <c:pt idx="24">
                  <c:v>0.1</c:v>
                </c:pt>
                <c:pt idx="25">
                  <c:v>7.4999999999999997E-2</c:v>
                </c:pt>
                <c:pt idx="26">
                  <c:v>5.62E-2</c:v>
                </c:pt>
                <c:pt idx="27">
                  <c:v>4.2200000000000001E-2</c:v>
                </c:pt>
                <c:pt idx="28">
                  <c:v>3.1600000000000003E-2</c:v>
                </c:pt>
                <c:pt idx="29">
                  <c:v>2.3699999999999999E-2</c:v>
                </c:pt>
                <c:pt idx="30">
                  <c:v>1.78E-2</c:v>
                </c:pt>
                <c:pt idx="31">
                  <c:v>1.3299999999999999E-2</c:v>
                </c:pt>
                <c:pt idx="32">
                  <c:v>0.01</c:v>
                </c:pt>
                <c:pt idx="33">
                  <c:v>7.4999999999999997E-3</c:v>
                </c:pt>
                <c:pt idx="34">
                  <c:v>5.4999999999999997E-3</c:v>
                </c:pt>
                <c:pt idx="35">
                  <c:v>4.0000000000000001E-3</c:v>
                </c:pt>
                <c:pt idx="36">
                  <c:v>2.8999999999999998E-3</c:v>
                </c:pt>
                <c:pt idx="37">
                  <c:v>2.0999999999999999E-3</c:v>
                </c:pt>
                <c:pt idx="38">
                  <c:v>1.5E-3</c:v>
                </c:pt>
                <c:pt idx="39">
                  <c:v>5.0000000000000001E-4</c:v>
                </c:pt>
                <c:pt idx="40">
                  <c:v>4.0000000000000002E-4</c:v>
                </c:pt>
                <c:pt idx="41">
                  <c:v>2.6200000000000003E-4</c:v>
                </c:pt>
                <c:pt idx="42">
                  <c:v>1.22E-4</c:v>
                </c:pt>
              </c:numCache>
            </c:numRef>
          </c:xVal>
          <c:yVal>
            <c:numRef>
              <c:f>'Flow curve'!$AL$6:$AL$48</c:f>
              <c:numCache>
                <c:formatCode>General</c:formatCode>
                <c:ptCount val="43"/>
                <c:pt idx="2">
                  <c:v>465.95897601386838</c:v>
                </c:pt>
                <c:pt idx="3">
                  <c:v>417.13094071205023</c:v>
                </c:pt>
                <c:pt idx="4">
                  <c:v>373.19320463105259</c:v>
                </c:pt>
                <c:pt idx="5">
                  <c:v>334.25804350101697</c:v>
                </c:pt>
                <c:pt idx="6">
                  <c:v>299.71510628823319</c:v>
                </c:pt>
                <c:pt idx="7">
                  <c:v>268.38632095901841</c:v>
                </c:pt>
                <c:pt idx="8">
                  <c:v>241.06977883586225</c:v>
                </c:pt>
                <c:pt idx="9">
                  <c:v>216.49627171231938</c:v>
                </c:pt>
                <c:pt idx="10">
                  <c:v>194.53000197658358</c:v>
                </c:pt>
                <c:pt idx="11">
                  <c:v>175.09121099889046</c:v>
                </c:pt>
                <c:pt idx="12">
                  <c:v>157.59928320715818</c:v>
                </c:pt>
                <c:pt idx="13">
                  <c:v>142.09891637463517</c:v>
                </c:pt>
                <c:pt idx="14">
                  <c:v>128.34712537824674</c:v>
                </c:pt>
                <c:pt idx="15">
                  <c:v>115.87491129395514</c:v>
                </c:pt>
                <c:pt idx="16">
                  <c:v>105</c:v>
                </c:pt>
                <c:pt idx="17">
                  <c:v>95.217110608470151</c:v>
                </c:pt>
                <c:pt idx="18">
                  <c:v>86.472181116361455</c:v>
                </c:pt>
                <c:pt idx="19">
                  <c:v>78.733459041251194</c:v>
                </c:pt>
                <c:pt idx="20">
                  <c:v>71.769797160558568</c:v>
                </c:pt>
                <c:pt idx="21">
                  <c:v>65.598989978321569</c:v>
                </c:pt>
                <c:pt idx="22">
                  <c:v>60.124303374706308</c:v>
                </c:pt>
                <c:pt idx="23">
                  <c:v>55.159025515071498</c:v>
                </c:pt>
                <c:pt idx="24">
                  <c:v>50.829645349814754</c:v>
                </c:pt>
                <c:pt idx="25">
                  <c:v>46.93500693431497</c:v>
                </c:pt>
                <c:pt idx="26">
                  <c:v>43.453587797521756</c:v>
                </c:pt>
                <c:pt idx="27">
                  <c:v>40.372747048499718</c:v>
                </c:pt>
                <c:pt idx="28">
                  <c:v>37.600463320485943</c:v>
                </c:pt>
                <c:pt idx="29">
                  <c:v>35.143820733134362</c:v>
                </c:pt>
                <c:pt idx="30">
                  <c:v>32.964308739701956</c:v>
                </c:pt>
                <c:pt idx="31">
                  <c:v>30.987596019990818</c:v>
                </c:pt>
                <c:pt idx="32">
                  <c:v>29.264038732150023</c:v>
                </c:pt>
                <c:pt idx="33">
                  <c:v>27.713555252226449</c:v>
                </c:pt>
                <c:pt idx="34">
                  <c:v>26.230202443714379</c:v>
                </c:pt>
                <c:pt idx="35">
                  <c:v>24.88704488975506</c:v>
                </c:pt>
                <c:pt idx="36">
                  <c:v>23.693641127500896</c:v>
                </c:pt>
                <c:pt idx="37">
                  <c:v>22.640648613494719</c:v>
                </c:pt>
                <c:pt idx="38">
                  <c:v>21.678501272559267</c:v>
                </c:pt>
                <c:pt idx="39">
                  <c:v>19.303586249055165</c:v>
                </c:pt>
                <c:pt idx="40">
                  <c:v>18.936103466195799</c:v>
                </c:pt>
                <c:pt idx="41">
                  <c:v>18.323250095986836</c:v>
                </c:pt>
                <c:pt idx="42">
                  <c:v>17.447859244996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56D-4E54-8686-9352AD59C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6754527"/>
        <c:axId val="689867183"/>
      </c:scatterChart>
      <c:valAx>
        <c:axId val="676754527"/>
        <c:scaling>
          <c:logBase val="10"/>
          <c:orientation val="minMax"/>
          <c:min val="1.0000000000000002E-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Strain rate [1/s]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89867183"/>
        <c:crosses val="autoZero"/>
        <c:crossBetween val="midCat"/>
      </c:valAx>
      <c:valAx>
        <c:axId val="689867183"/>
        <c:scaling>
          <c:orientation val="minMax"/>
          <c:max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Shear stress [Pa]</a:t>
                </a:r>
              </a:p>
            </c:rich>
          </c:tx>
          <c:layout>
            <c:manualLayout>
              <c:xMode val="edge"/>
              <c:yMode val="edge"/>
              <c:x val="1.4781889600992351E-2"/>
              <c:y val="0.2267050302913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76754527"/>
        <c:crossesAt val="1.0000000000000002E-3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36800232320736"/>
          <c:y val="0.37411543331518837"/>
          <c:w val="0.18228559465284255"/>
          <c:h val="0.113530140127832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exp data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00B0F0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Feuil3!$T$4:$T$44</c:f>
              <c:numCache>
                <c:formatCode>General</c:formatCode>
                <c:ptCount val="41"/>
                <c:pt idx="0">
                  <c:v>100</c:v>
                </c:pt>
                <c:pt idx="1">
                  <c:v>75</c:v>
                </c:pt>
                <c:pt idx="2">
                  <c:v>56.2</c:v>
                </c:pt>
                <c:pt idx="3">
                  <c:v>42.2</c:v>
                </c:pt>
                <c:pt idx="4">
                  <c:v>31.6</c:v>
                </c:pt>
                <c:pt idx="5">
                  <c:v>23.7</c:v>
                </c:pt>
                <c:pt idx="6">
                  <c:v>17.8</c:v>
                </c:pt>
                <c:pt idx="7">
                  <c:v>13.3</c:v>
                </c:pt>
                <c:pt idx="8">
                  <c:v>10</c:v>
                </c:pt>
                <c:pt idx="9">
                  <c:v>7.5</c:v>
                </c:pt>
                <c:pt idx="10">
                  <c:v>5.62</c:v>
                </c:pt>
                <c:pt idx="11">
                  <c:v>4.22</c:v>
                </c:pt>
                <c:pt idx="12">
                  <c:v>3.16</c:v>
                </c:pt>
                <c:pt idx="13">
                  <c:v>2.37</c:v>
                </c:pt>
                <c:pt idx="14">
                  <c:v>1.78</c:v>
                </c:pt>
                <c:pt idx="15">
                  <c:v>1.33</c:v>
                </c:pt>
                <c:pt idx="16">
                  <c:v>1</c:v>
                </c:pt>
                <c:pt idx="17">
                  <c:v>0.75</c:v>
                </c:pt>
                <c:pt idx="18">
                  <c:v>0.56200000000000006</c:v>
                </c:pt>
                <c:pt idx="19">
                  <c:v>0.42199999999999999</c:v>
                </c:pt>
                <c:pt idx="20">
                  <c:v>0.316</c:v>
                </c:pt>
                <c:pt idx="21">
                  <c:v>0.23699999999999999</c:v>
                </c:pt>
                <c:pt idx="22">
                  <c:v>0.17799999999999999</c:v>
                </c:pt>
                <c:pt idx="23">
                  <c:v>0.13300000000000001</c:v>
                </c:pt>
                <c:pt idx="24">
                  <c:v>0.1</c:v>
                </c:pt>
                <c:pt idx="25">
                  <c:v>7.4999999999999997E-2</c:v>
                </c:pt>
                <c:pt idx="26">
                  <c:v>5.62E-2</c:v>
                </c:pt>
                <c:pt idx="27">
                  <c:v>4.2200000000000001E-2</c:v>
                </c:pt>
                <c:pt idx="28">
                  <c:v>3.1600000000000003E-2</c:v>
                </c:pt>
                <c:pt idx="29">
                  <c:v>2.3699999999999999E-2</c:v>
                </c:pt>
                <c:pt idx="30">
                  <c:v>1.78E-2</c:v>
                </c:pt>
                <c:pt idx="31">
                  <c:v>1.3299999999999999E-2</c:v>
                </c:pt>
                <c:pt idx="32">
                  <c:v>0.01</c:v>
                </c:pt>
                <c:pt idx="33">
                  <c:v>7.4900000000000001E-3</c:v>
                </c:pt>
                <c:pt idx="34">
                  <c:v>5.62E-3</c:v>
                </c:pt>
                <c:pt idx="35">
                  <c:v>4.2199999999999998E-3</c:v>
                </c:pt>
                <c:pt idx="36">
                  <c:v>3.16E-3</c:v>
                </c:pt>
                <c:pt idx="37">
                  <c:v>2.3700000000000001E-3</c:v>
                </c:pt>
                <c:pt idx="38">
                  <c:v>1.7799999999999999E-3</c:v>
                </c:pt>
                <c:pt idx="39">
                  <c:v>1.33E-3</c:v>
                </c:pt>
                <c:pt idx="40">
                  <c:v>9.990000000000001E-4</c:v>
                </c:pt>
              </c:numCache>
            </c:numRef>
          </c:xVal>
          <c:yVal>
            <c:numRef>
              <c:f>Feuil3!$U$4:$U$44</c:f>
              <c:numCache>
                <c:formatCode>General</c:formatCode>
                <c:ptCount val="41"/>
                <c:pt idx="0">
                  <c:v>123.84</c:v>
                </c:pt>
                <c:pt idx="1">
                  <c:v>109</c:v>
                </c:pt>
                <c:pt idx="2">
                  <c:v>97.433999999999997</c:v>
                </c:pt>
                <c:pt idx="3">
                  <c:v>87.721999999999994</c:v>
                </c:pt>
                <c:pt idx="4">
                  <c:v>79.415999999999997</c:v>
                </c:pt>
                <c:pt idx="5">
                  <c:v>72.314999999999998</c:v>
                </c:pt>
                <c:pt idx="6">
                  <c:v>66.185000000000002</c:v>
                </c:pt>
                <c:pt idx="7">
                  <c:v>60.881</c:v>
                </c:pt>
                <c:pt idx="8">
                  <c:v>56.273000000000003</c:v>
                </c:pt>
                <c:pt idx="9">
                  <c:v>52.232999999999997</c:v>
                </c:pt>
                <c:pt idx="10">
                  <c:v>48.588000000000001</c:v>
                </c:pt>
                <c:pt idx="11">
                  <c:v>45.19</c:v>
                </c:pt>
                <c:pt idx="12">
                  <c:v>41.924999999999997</c:v>
                </c:pt>
                <c:pt idx="13">
                  <c:v>38.656999999999996</c:v>
                </c:pt>
                <c:pt idx="14">
                  <c:v>35.427</c:v>
                </c:pt>
                <c:pt idx="15">
                  <c:v>32.411999999999999</c:v>
                </c:pt>
                <c:pt idx="16">
                  <c:v>29.632999999999999</c:v>
                </c:pt>
                <c:pt idx="17">
                  <c:v>26.914999999999999</c:v>
                </c:pt>
                <c:pt idx="18">
                  <c:v>24.347000000000001</c:v>
                </c:pt>
                <c:pt idx="19">
                  <c:v>21.834</c:v>
                </c:pt>
                <c:pt idx="20">
                  <c:v>19.582999999999998</c:v>
                </c:pt>
                <c:pt idx="21">
                  <c:v>17.695</c:v>
                </c:pt>
                <c:pt idx="22">
                  <c:v>16.122</c:v>
                </c:pt>
                <c:pt idx="23">
                  <c:v>14.813000000000001</c:v>
                </c:pt>
                <c:pt idx="24">
                  <c:v>13.72</c:v>
                </c:pt>
                <c:pt idx="25">
                  <c:v>12.784000000000001</c:v>
                </c:pt>
                <c:pt idx="26">
                  <c:v>12.039</c:v>
                </c:pt>
                <c:pt idx="27">
                  <c:v>11.44</c:v>
                </c:pt>
                <c:pt idx="28">
                  <c:v>10.987</c:v>
                </c:pt>
                <c:pt idx="29">
                  <c:v>10.625999999999999</c:v>
                </c:pt>
                <c:pt idx="30">
                  <c:v>10.336</c:v>
                </c:pt>
                <c:pt idx="31">
                  <c:v>10.125999999999999</c:v>
                </c:pt>
                <c:pt idx="32">
                  <c:v>10.061999999999999</c:v>
                </c:pt>
                <c:pt idx="33">
                  <c:v>10.119999999999999</c:v>
                </c:pt>
                <c:pt idx="34">
                  <c:v>9.9908000000000001</c:v>
                </c:pt>
                <c:pt idx="35">
                  <c:v>10.039</c:v>
                </c:pt>
                <c:pt idx="36">
                  <c:v>10.134</c:v>
                </c:pt>
                <c:pt idx="37">
                  <c:v>10.351000000000001</c:v>
                </c:pt>
                <c:pt idx="38">
                  <c:v>10.492000000000001</c:v>
                </c:pt>
                <c:pt idx="39">
                  <c:v>10.545999999999999</c:v>
                </c:pt>
                <c:pt idx="40">
                  <c:v>10.673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7B-4504-BF90-A990CB1FF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6754527"/>
        <c:axId val="689867183"/>
      </c:scatterChart>
      <c:scatterChart>
        <c:scatterStyle val="smoothMarker"/>
        <c:varyColors val="0"/>
        <c:ser>
          <c:idx val="1"/>
          <c:order val="1"/>
          <c:tx>
            <c:v>HB fit</c:v>
          </c:tx>
          <c:spPr>
            <a:ln w="19050" cap="rnd">
              <a:solidFill>
                <a:srgbClr val="F816F3"/>
              </a:solidFill>
              <a:round/>
            </a:ln>
            <a:effectLst/>
          </c:spPr>
          <c:marker>
            <c:symbol val="none"/>
          </c:marker>
          <c:xVal>
            <c:numRef>
              <c:f>Feuil3!$T$4:$T$44</c:f>
              <c:numCache>
                <c:formatCode>General</c:formatCode>
                <c:ptCount val="41"/>
                <c:pt idx="0">
                  <c:v>100</c:v>
                </c:pt>
                <c:pt idx="1">
                  <c:v>75</c:v>
                </c:pt>
                <c:pt idx="2">
                  <c:v>56.2</c:v>
                </c:pt>
                <c:pt idx="3">
                  <c:v>42.2</c:v>
                </c:pt>
                <c:pt idx="4">
                  <c:v>31.6</c:v>
                </c:pt>
                <c:pt idx="5">
                  <c:v>23.7</c:v>
                </c:pt>
                <c:pt idx="6">
                  <c:v>17.8</c:v>
                </c:pt>
                <c:pt idx="7">
                  <c:v>13.3</c:v>
                </c:pt>
                <c:pt idx="8">
                  <c:v>10</c:v>
                </c:pt>
                <c:pt idx="9">
                  <c:v>7.5</c:v>
                </c:pt>
                <c:pt idx="10">
                  <c:v>5.62</c:v>
                </c:pt>
                <c:pt idx="11">
                  <c:v>4.22</c:v>
                </c:pt>
                <c:pt idx="12">
                  <c:v>3.16</c:v>
                </c:pt>
                <c:pt idx="13">
                  <c:v>2.37</c:v>
                </c:pt>
                <c:pt idx="14">
                  <c:v>1.78</c:v>
                </c:pt>
                <c:pt idx="15">
                  <c:v>1.33</c:v>
                </c:pt>
                <c:pt idx="16">
                  <c:v>1</c:v>
                </c:pt>
                <c:pt idx="17">
                  <c:v>0.75</c:v>
                </c:pt>
                <c:pt idx="18">
                  <c:v>0.56200000000000006</c:v>
                </c:pt>
                <c:pt idx="19">
                  <c:v>0.42199999999999999</c:v>
                </c:pt>
                <c:pt idx="20">
                  <c:v>0.316</c:v>
                </c:pt>
                <c:pt idx="21">
                  <c:v>0.23699999999999999</c:v>
                </c:pt>
                <c:pt idx="22">
                  <c:v>0.17799999999999999</c:v>
                </c:pt>
                <c:pt idx="23">
                  <c:v>0.13300000000000001</c:v>
                </c:pt>
                <c:pt idx="24">
                  <c:v>0.1</c:v>
                </c:pt>
                <c:pt idx="25">
                  <c:v>7.4999999999999997E-2</c:v>
                </c:pt>
                <c:pt idx="26">
                  <c:v>5.62E-2</c:v>
                </c:pt>
                <c:pt idx="27">
                  <c:v>4.2200000000000001E-2</c:v>
                </c:pt>
                <c:pt idx="28">
                  <c:v>3.1600000000000003E-2</c:v>
                </c:pt>
                <c:pt idx="29">
                  <c:v>2.3699999999999999E-2</c:v>
                </c:pt>
                <c:pt idx="30">
                  <c:v>1.78E-2</c:v>
                </c:pt>
                <c:pt idx="31">
                  <c:v>1.3299999999999999E-2</c:v>
                </c:pt>
                <c:pt idx="32">
                  <c:v>0.01</c:v>
                </c:pt>
                <c:pt idx="33">
                  <c:v>7.4900000000000001E-3</c:v>
                </c:pt>
                <c:pt idx="34">
                  <c:v>5.62E-3</c:v>
                </c:pt>
                <c:pt idx="35">
                  <c:v>4.2199999999999998E-3</c:v>
                </c:pt>
                <c:pt idx="36">
                  <c:v>3.16E-3</c:v>
                </c:pt>
                <c:pt idx="37">
                  <c:v>2.3700000000000001E-3</c:v>
                </c:pt>
                <c:pt idx="38">
                  <c:v>1.7799999999999999E-3</c:v>
                </c:pt>
                <c:pt idx="39">
                  <c:v>1.33E-3</c:v>
                </c:pt>
                <c:pt idx="40">
                  <c:v>9.990000000000001E-4</c:v>
                </c:pt>
              </c:numCache>
            </c:numRef>
          </c:xVal>
          <c:yVal>
            <c:numRef>
              <c:f>Feuil3!$V$4:$V$44</c:f>
              <c:numCache>
                <c:formatCode>General</c:formatCode>
                <c:ptCount val="41"/>
                <c:pt idx="0">
                  <c:v>123.57232200643482</c:v>
                </c:pt>
                <c:pt idx="1">
                  <c:v>111.22715018278852</c:v>
                </c:pt>
                <c:pt idx="2">
                  <c:v>100.19179520277368</c:v>
                </c:pt>
                <c:pt idx="3">
                  <c:v>90.426188142410041</c:v>
                </c:pt>
                <c:pt idx="4">
                  <c:v>81.638640926210513</c:v>
                </c:pt>
                <c:pt idx="5">
                  <c:v>73.8516087002034</c:v>
                </c:pt>
                <c:pt idx="6">
                  <c:v>66.943021257646635</c:v>
                </c:pt>
                <c:pt idx="7">
                  <c:v>60.67726419180368</c:v>
                </c:pt>
                <c:pt idx="8">
                  <c:v>55.21395576717245</c:v>
                </c:pt>
                <c:pt idx="9">
                  <c:v>50.299254342463875</c:v>
                </c:pt>
                <c:pt idx="10">
                  <c:v>45.906000395316717</c:v>
                </c:pt>
                <c:pt idx="11">
                  <c:v>42.018242199778086</c:v>
                </c:pt>
                <c:pt idx="12">
                  <c:v>38.51985664143163</c:v>
                </c:pt>
                <c:pt idx="13">
                  <c:v>35.419783274927042</c:v>
                </c:pt>
                <c:pt idx="14">
                  <c:v>32.669425075649343</c:v>
                </c:pt>
                <c:pt idx="15">
                  <c:v>30.174982258791026</c:v>
                </c:pt>
                <c:pt idx="16">
                  <c:v>28</c:v>
                </c:pt>
                <c:pt idx="17">
                  <c:v>26.043422121694029</c:v>
                </c:pt>
                <c:pt idx="18">
                  <c:v>24.294436223272292</c:v>
                </c:pt>
                <c:pt idx="19">
                  <c:v>22.74669180825024</c:v>
                </c:pt>
                <c:pt idx="20">
                  <c:v>21.353959432111715</c:v>
                </c:pt>
                <c:pt idx="21">
                  <c:v>20.119797995664314</c:v>
                </c:pt>
                <c:pt idx="22">
                  <c:v>19.024860674941262</c:v>
                </c:pt>
                <c:pt idx="23">
                  <c:v>18.0318051030143</c:v>
                </c:pt>
                <c:pt idx="24">
                  <c:v>17.165929069962949</c:v>
                </c:pt>
                <c:pt idx="25">
                  <c:v>16.387001386862995</c:v>
                </c:pt>
                <c:pt idx="26">
                  <c:v>15.690717559504352</c:v>
                </c:pt>
                <c:pt idx="27">
                  <c:v>15.074549409699944</c:v>
                </c:pt>
                <c:pt idx="28">
                  <c:v>14.520092664097188</c:v>
                </c:pt>
                <c:pt idx="29">
                  <c:v>14.028764146626873</c:v>
                </c:pt>
                <c:pt idx="30">
                  <c:v>13.592861747940391</c:v>
                </c:pt>
                <c:pt idx="31">
                  <c:v>13.197519203998164</c:v>
                </c:pt>
                <c:pt idx="32">
                  <c:v>12.852807746430004</c:v>
                </c:pt>
                <c:pt idx="33">
                  <c:v>12.541354395053956</c:v>
                </c:pt>
                <c:pt idx="34">
                  <c:v>12.265515466033381</c:v>
                </c:pt>
                <c:pt idx="35">
                  <c:v>12.020214507329564</c:v>
                </c:pt>
                <c:pt idx="36">
                  <c:v>11.79948130114335</c:v>
                </c:pt>
                <c:pt idx="37">
                  <c:v>11.603879895240999</c:v>
                </c:pt>
                <c:pt idx="38">
                  <c:v>11.430344024662441</c:v>
                </c:pt>
                <c:pt idx="39">
                  <c:v>11.272955323094179</c:v>
                </c:pt>
                <c:pt idx="40">
                  <c:v>11.135268794416803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87B-4504-BF90-A990CB1FF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6754527"/>
        <c:axId val="689867183"/>
      </c:scatterChart>
      <c:valAx>
        <c:axId val="676754527"/>
        <c:scaling>
          <c:logBase val="10"/>
          <c:orientation val="minMax"/>
          <c:min val="1.0000000000000002E-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Strain rate [1/s]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89867183"/>
        <c:crosses val="autoZero"/>
        <c:crossBetween val="midCat"/>
      </c:valAx>
      <c:valAx>
        <c:axId val="689867183"/>
        <c:scaling>
          <c:orientation val="minMax"/>
          <c:max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Shear stress [Pa]</a:t>
                </a:r>
              </a:p>
            </c:rich>
          </c:tx>
          <c:layout>
            <c:manualLayout>
              <c:xMode val="edge"/>
              <c:yMode val="edge"/>
              <c:x val="1.7335969733949314E-2"/>
              <c:y val="0.2267050302913852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76754527"/>
        <c:crossesAt val="1.0000000000000002E-3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434164662953932"/>
          <c:y val="0.444974756062469"/>
          <c:w val="0.19063613890656408"/>
          <c:h val="0.113530140127832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G'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00B0F0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Feuil3!$H$6:$H$45</c:f>
              <c:numCache>
                <c:formatCode>General</c:formatCode>
                <c:ptCount val="40"/>
                <c:pt idx="0">
                  <c:v>7.5669999999999999E-3</c:v>
                </c:pt>
                <c:pt idx="1">
                  <c:v>8.6338999999999999E-3</c:v>
                </c:pt>
                <c:pt idx="2">
                  <c:v>1.1901999999999999E-2</c:v>
                </c:pt>
                <c:pt idx="3">
                  <c:v>1.7403999999999999E-2</c:v>
                </c:pt>
                <c:pt idx="4">
                  <c:v>2.4396999999999999E-2</c:v>
                </c:pt>
                <c:pt idx="5">
                  <c:v>3.2069E-2</c:v>
                </c:pt>
                <c:pt idx="6">
                  <c:v>4.3217999999999999E-2</c:v>
                </c:pt>
                <c:pt idx="7">
                  <c:v>5.8208000000000003E-2</c:v>
                </c:pt>
                <c:pt idx="8">
                  <c:v>7.6881000000000005E-2</c:v>
                </c:pt>
                <c:pt idx="9">
                  <c:v>0.10342999999999999</c:v>
                </c:pt>
                <c:pt idx="10">
                  <c:v>0.14165</c:v>
                </c:pt>
                <c:pt idx="11">
                  <c:v>0.19375000000000001</c:v>
                </c:pt>
                <c:pt idx="12">
                  <c:v>0.26541999999999999</c:v>
                </c:pt>
                <c:pt idx="13">
                  <c:v>0.36035</c:v>
                </c:pt>
                <c:pt idx="14">
                  <c:v>0.48220000000000002</c:v>
                </c:pt>
                <c:pt idx="15">
                  <c:v>0.67310999999999999</c:v>
                </c:pt>
                <c:pt idx="16">
                  <c:v>0.90878000000000003</c:v>
                </c:pt>
                <c:pt idx="17">
                  <c:v>1.2662</c:v>
                </c:pt>
                <c:pt idx="18">
                  <c:v>1.8531</c:v>
                </c:pt>
                <c:pt idx="19">
                  <c:v>2.4051999999999998</c:v>
                </c:pt>
                <c:pt idx="20">
                  <c:v>3.4984000000000002</c:v>
                </c:pt>
                <c:pt idx="21">
                  <c:v>4.4329999999999998</c:v>
                </c:pt>
                <c:pt idx="22">
                  <c:v>6.1620999999999997</c:v>
                </c:pt>
                <c:pt idx="23">
                  <c:v>8.1037999999999997</c:v>
                </c:pt>
                <c:pt idx="24">
                  <c:v>10.951000000000001</c:v>
                </c:pt>
                <c:pt idx="25">
                  <c:v>14.917999999999999</c:v>
                </c:pt>
                <c:pt idx="26">
                  <c:v>19.132000000000001</c:v>
                </c:pt>
                <c:pt idx="27">
                  <c:v>25.001999999999999</c:v>
                </c:pt>
                <c:pt idx="28">
                  <c:v>29.396000000000001</c:v>
                </c:pt>
                <c:pt idx="29">
                  <c:v>36.393999999999998</c:v>
                </c:pt>
                <c:pt idx="30">
                  <c:v>43.523000000000003</c:v>
                </c:pt>
                <c:pt idx="31">
                  <c:v>50.259</c:v>
                </c:pt>
                <c:pt idx="32">
                  <c:v>56.195999999999998</c:v>
                </c:pt>
                <c:pt idx="33">
                  <c:v>63.015000000000001</c:v>
                </c:pt>
                <c:pt idx="34">
                  <c:v>68.013999999999996</c:v>
                </c:pt>
                <c:pt idx="35">
                  <c:v>70.894000000000005</c:v>
                </c:pt>
                <c:pt idx="36">
                  <c:v>74.103999999999999</c:v>
                </c:pt>
                <c:pt idx="37">
                  <c:v>78.915999999999997</c:v>
                </c:pt>
                <c:pt idx="38">
                  <c:v>85.935000000000002</c:v>
                </c:pt>
                <c:pt idx="39">
                  <c:v>95.242999999999995</c:v>
                </c:pt>
              </c:numCache>
            </c:numRef>
          </c:xVal>
          <c:yVal>
            <c:numRef>
              <c:f>Feuil3!$D$6:$D$45</c:f>
              <c:numCache>
                <c:formatCode>General</c:formatCode>
                <c:ptCount val="40"/>
                <c:pt idx="0">
                  <c:v>747.43</c:v>
                </c:pt>
                <c:pt idx="1">
                  <c:v>910.49</c:v>
                </c:pt>
                <c:pt idx="2">
                  <c:v>910.49</c:v>
                </c:pt>
                <c:pt idx="3">
                  <c:v>910.49</c:v>
                </c:pt>
                <c:pt idx="4">
                  <c:v>910.49</c:v>
                </c:pt>
                <c:pt idx="5">
                  <c:v>910.49</c:v>
                </c:pt>
                <c:pt idx="6">
                  <c:v>910.49</c:v>
                </c:pt>
                <c:pt idx="7">
                  <c:v>910.49</c:v>
                </c:pt>
                <c:pt idx="8">
                  <c:v>910.49</c:v>
                </c:pt>
                <c:pt idx="9">
                  <c:v>910.49</c:v>
                </c:pt>
                <c:pt idx="10">
                  <c:v>910.49</c:v>
                </c:pt>
                <c:pt idx="11">
                  <c:v>910.49</c:v>
                </c:pt>
                <c:pt idx="12">
                  <c:v>910.49</c:v>
                </c:pt>
                <c:pt idx="13">
                  <c:v>910.49</c:v>
                </c:pt>
                <c:pt idx="14">
                  <c:v>910.49</c:v>
                </c:pt>
                <c:pt idx="15">
                  <c:v>910.49</c:v>
                </c:pt>
                <c:pt idx="16">
                  <c:v>910.49</c:v>
                </c:pt>
                <c:pt idx="17">
                  <c:v>910.49</c:v>
                </c:pt>
                <c:pt idx="18">
                  <c:v>910.49</c:v>
                </c:pt>
                <c:pt idx="19">
                  <c:v>910.49</c:v>
                </c:pt>
                <c:pt idx="20">
                  <c:v>910.49</c:v>
                </c:pt>
                <c:pt idx="21">
                  <c:v>910.49</c:v>
                </c:pt>
                <c:pt idx="22">
                  <c:v>910.49</c:v>
                </c:pt>
                <c:pt idx="23">
                  <c:v>910.49</c:v>
                </c:pt>
                <c:pt idx="24">
                  <c:v>910.49</c:v>
                </c:pt>
                <c:pt idx="25">
                  <c:v>906.61</c:v>
                </c:pt>
                <c:pt idx="26">
                  <c:v>880</c:v>
                </c:pt>
                <c:pt idx="27">
                  <c:v>839.37</c:v>
                </c:pt>
                <c:pt idx="28">
                  <c:v>780</c:v>
                </c:pt>
                <c:pt idx="29">
                  <c:v>675.15</c:v>
                </c:pt>
                <c:pt idx="30">
                  <c:v>599.41999999999996</c:v>
                </c:pt>
                <c:pt idx="31">
                  <c:v>513.27</c:v>
                </c:pt>
                <c:pt idx="32">
                  <c:v>423.02</c:v>
                </c:pt>
                <c:pt idx="33">
                  <c:v>341.5</c:v>
                </c:pt>
                <c:pt idx="34">
                  <c:v>250.34</c:v>
                </c:pt>
                <c:pt idx="35">
                  <c:v>168.89</c:v>
                </c:pt>
                <c:pt idx="36">
                  <c:v>113.33</c:v>
                </c:pt>
                <c:pt idx="37">
                  <c:v>77.647999999999996</c:v>
                </c:pt>
                <c:pt idx="38">
                  <c:v>54.970999999999997</c:v>
                </c:pt>
                <c:pt idx="39">
                  <c:v>40.735999999999997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CC8-494A-ACCA-44721A2FF9A3}"/>
            </c:ext>
          </c:extLst>
        </c:ser>
        <c:ser>
          <c:idx val="1"/>
          <c:order val="1"/>
          <c:tx>
            <c:v>G''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F816F3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Feuil3!$H$6:$H$45</c:f>
              <c:numCache>
                <c:formatCode>General</c:formatCode>
                <c:ptCount val="40"/>
                <c:pt idx="0">
                  <c:v>7.5669999999999999E-3</c:v>
                </c:pt>
                <c:pt idx="1">
                  <c:v>8.6338999999999999E-3</c:v>
                </c:pt>
                <c:pt idx="2">
                  <c:v>1.1901999999999999E-2</c:v>
                </c:pt>
                <c:pt idx="3">
                  <c:v>1.7403999999999999E-2</c:v>
                </c:pt>
                <c:pt idx="4">
                  <c:v>2.4396999999999999E-2</c:v>
                </c:pt>
                <c:pt idx="5">
                  <c:v>3.2069E-2</c:v>
                </c:pt>
                <c:pt idx="6">
                  <c:v>4.3217999999999999E-2</c:v>
                </c:pt>
                <c:pt idx="7">
                  <c:v>5.8208000000000003E-2</c:v>
                </c:pt>
                <c:pt idx="8">
                  <c:v>7.6881000000000005E-2</c:v>
                </c:pt>
                <c:pt idx="9">
                  <c:v>0.10342999999999999</c:v>
                </c:pt>
                <c:pt idx="10">
                  <c:v>0.14165</c:v>
                </c:pt>
                <c:pt idx="11">
                  <c:v>0.19375000000000001</c:v>
                </c:pt>
                <c:pt idx="12">
                  <c:v>0.26541999999999999</c:v>
                </c:pt>
                <c:pt idx="13">
                  <c:v>0.36035</c:v>
                </c:pt>
                <c:pt idx="14">
                  <c:v>0.48220000000000002</c:v>
                </c:pt>
                <c:pt idx="15">
                  <c:v>0.67310999999999999</c:v>
                </c:pt>
                <c:pt idx="16">
                  <c:v>0.90878000000000003</c:v>
                </c:pt>
                <c:pt idx="17">
                  <c:v>1.2662</c:v>
                </c:pt>
                <c:pt idx="18">
                  <c:v>1.8531</c:v>
                </c:pt>
                <c:pt idx="19">
                  <c:v>2.4051999999999998</c:v>
                </c:pt>
                <c:pt idx="20">
                  <c:v>3.4984000000000002</c:v>
                </c:pt>
                <c:pt idx="21">
                  <c:v>4.4329999999999998</c:v>
                </c:pt>
                <c:pt idx="22">
                  <c:v>6.1620999999999997</c:v>
                </c:pt>
                <c:pt idx="23">
                  <c:v>8.1037999999999997</c:v>
                </c:pt>
                <c:pt idx="24">
                  <c:v>10.951000000000001</c:v>
                </c:pt>
                <c:pt idx="25">
                  <c:v>14.917999999999999</c:v>
                </c:pt>
                <c:pt idx="26">
                  <c:v>19.132000000000001</c:v>
                </c:pt>
                <c:pt idx="27">
                  <c:v>25.001999999999999</c:v>
                </c:pt>
                <c:pt idx="28">
                  <c:v>29.396000000000001</c:v>
                </c:pt>
                <c:pt idx="29">
                  <c:v>36.393999999999998</c:v>
                </c:pt>
                <c:pt idx="30">
                  <c:v>43.523000000000003</c:v>
                </c:pt>
                <c:pt idx="31">
                  <c:v>50.259</c:v>
                </c:pt>
                <c:pt idx="32">
                  <c:v>56.195999999999998</c:v>
                </c:pt>
                <c:pt idx="33">
                  <c:v>63.015000000000001</c:v>
                </c:pt>
                <c:pt idx="34">
                  <c:v>68.013999999999996</c:v>
                </c:pt>
                <c:pt idx="35">
                  <c:v>70.894000000000005</c:v>
                </c:pt>
                <c:pt idx="36">
                  <c:v>74.103999999999999</c:v>
                </c:pt>
                <c:pt idx="37">
                  <c:v>78.915999999999997</c:v>
                </c:pt>
                <c:pt idx="38">
                  <c:v>85.935000000000002</c:v>
                </c:pt>
                <c:pt idx="39">
                  <c:v>95.242999999999995</c:v>
                </c:pt>
              </c:numCache>
            </c:numRef>
          </c:xVal>
          <c:yVal>
            <c:numRef>
              <c:f>Feuil3!$E$6:$E$45</c:f>
              <c:numCache>
                <c:formatCode>General</c:formatCode>
                <c:ptCount val="40"/>
                <c:pt idx="0">
                  <c:v>160</c:v>
                </c:pt>
                <c:pt idx="1">
                  <c:v>160</c:v>
                </c:pt>
                <c:pt idx="2">
                  <c:v>160</c:v>
                </c:pt>
                <c:pt idx="3">
                  <c:v>160</c:v>
                </c:pt>
                <c:pt idx="4">
                  <c:v>160</c:v>
                </c:pt>
                <c:pt idx="5">
                  <c:v>160</c:v>
                </c:pt>
                <c:pt idx="6">
                  <c:v>160</c:v>
                </c:pt>
                <c:pt idx="7">
                  <c:v>160</c:v>
                </c:pt>
                <c:pt idx="8">
                  <c:v>160</c:v>
                </c:pt>
                <c:pt idx="9">
                  <c:v>160</c:v>
                </c:pt>
                <c:pt idx="10">
                  <c:v>160</c:v>
                </c:pt>
                <c:pt idx="11">
                  <c:v>160</c:v>
                </c:pt>
                <c:pt idx="12">
                  <c:v>160</c:v>
                </c:pt>
                <c:pt idx="13">
                  <c:v>160</c:v>
                </c:pt>
                <c:pt idx="14">
                  <c:v>160</c:v>
                </c:pt>
                <c:pt idx="15">
                  <c:v>160</c:v>
                </c:pt>
                <c:pt idx="16">
                  <c:v>160</c:v>
                </c:pt>
                <c:pt idx="17">
                  <c:v>160</c:v>
                </c:pt>
                <c:pt idx="18">
                  <c:v>160</c:v>
                </c:pt>
                <c:pt idx="19">
                  <c:v>160</c:v>
                </c:pt>
                <c:pt idx="20">
                  <c:v>160</c:v>
                </c:pt>
                <c:pt idx="21">
                  <c:v>160</c:v>
                </c:pt>
                <c:pt idx="22">
                  <c:v>165</c:v>
                </c:pt>
                <c:pt idx="23">
                  <c:v>170.39</c:v>
                </c:pt>
                <c:pt idx="24">
                  <c:v>177.31</c:v>
                </c:pt>
                <c:pt idx="25">
                  <c:v>186.45</c:v>
                </c:pt>
                <c:pt idx="26">
                  <c:v>195</c:v>
                </c:pt>
                <c:pt idx="27">
                  <c:v>197</c:v>
                </c:pt>
                <c:pt idx="28">
                  <c:v>190</c:v>
                </c:pt>
                <c:pt idx="29">
                  <c:v>180</c:v>
                </c:pt>
                <c:pt idx="30">
                  <c:v>170</c:v>
                </c:pt>
                <c:pt idx="31">
                  <c:v>155</c:v>
                </c:pt>
                <c:pt idx="32">
                  <c:v>140</c:v>
                </c:pt>
                <c:pt idx="33">
                  <c:v>135</c:v>
                </c:pt>
                <c:pt idx="34">
                  <c:v>130</c:v>
                </c:pt>
                <c:pt idx="35">
                  <c:v>125</c:v>
                </c:pt>
                <c:pt idx="36">
                  <c:v>120</c:v>
                </c:pt>
                <c:pt idx="37">
                  <c:v>110</c:v>
                </c:pt>
                <c:pt idx="38">
                  <c:v>100.86</c:v>
                </c:pt>
                <c:pt idx="39">
                  <c:v>85.564999999999998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CC8-494A-ACCA-44721A2FF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1111487"/>
        <c:axId val="689890063"/>
      </c:scatterChart>
      <c:valAx>
        <c:axId val="621111487"/>
        <c:scaling>
          <c:logBase val="10"/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Shear stress [Pa]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89890063"/>
        <c:crosses val="autoZero"/>
        <c:crossBetween val="midCat"/>
      </c:valAx>
      <c:valAx>
        <c:axId val="689890063"/>
        <c:scaling>
          <c:logBase val="10"/>
          <c:orientation val="minMax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r>
                  <a:rPr lang="fr-FR" sz="1400" baseline="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G’ &amp; G'' [Pa] </a:t>
                </a:r>
                <a:endParaRPr lang="fr-FR" sz="1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c:rich>
          </c:tx>
          <c:layout>
            <c:manualLayout>
              <c:xMode val="edge"/>
              <c:yMode val="edge"/>
              <c:x val="3.9170318138203847E-2"/>
              <c:y val="0.266318850922680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fr-FR"/>
          </a:p>
        </c:txPr>
        <c:crossAx val="621111487"/>
        <c:crossesAt val="1.0000000000000002E-2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866277512120569"/>
          <c:y val="0.39418807454578708"/>
          <c:w val="0.12507152741705213"/>
          <c:h val="0.13607924643937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AC39-44E6-425E-AF49-CF7D189F346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0F472-929B-459B-8D82-2FABCC5B32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F2775BC-6312-42C7-B7C5-EA6783C2D9C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F715A1-4ADC-44E0-9587-804FF39D6B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rcalai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3073400"/>
            <a:ext cx="12195398" cy="3124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3476757"/>
            <a:ext cx="10427444" cy="8103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434481"/>
            <a:ext cx="10427445" cy="860400"/>
          </a:xfrm>
        </p:spPr>
        <p:txBody>
          <a:bodyPr anchor="ctr" anchorCtr="0"/>
          <a:lstStyle>
            <a:lvl1pPr marL="0" indent="0" algn="l">
              <a:buNone/>
              <a:defRPr sz="2000" kern="0" cap="all" spc="4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58165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314" y="308012"/>
            <a:ext cx="696588" cy="622225"/>
          </a:xfrm>
          <a:prstGeom prst="rect">
            <a:avLst/>
          </a:prstGeom>
        </p:spPr>
      </p:pic>
      <p:pic>
        <p:nvPicPr>
          <p:cNvPr id="9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03" y="548118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94" y="548118"/>
            <a:ext cx="420140" cy="25590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29" y="527742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nche de conten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 userDrawn="1"/>
        </p:nvSpPr>
        <p:spPr>
          <a:xfrm>
            <a:off x="11477840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86" y="81243"/>
            <a:ext cx="11104392" cy="720000"/>
          </a:xfr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144000" tIns="72000"/>
          <a:lstStyle>
            <a:lvl1pPr>
              <a:defRPr sz="36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0" y="1582057"/>
            <a:ext cx="11405579" cy="4836552"/>
          </a:xfrm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3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0390" y="36240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325389" y="839349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nche de conten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84" y="40944"/>
            <a:ext cx="11160000" cy="720000"/>
          </a:xfrm>
          <a:solidFill>
            <a:schemeClr val="bg1"/>
          </a:solidFill>
          <a:ln>
            <a:noFill/>
          </a:ln>
          <a:effectLst>
            <a:outerShdw blurRad="190500" dist="165100" dir="9600000" sx="99000" sy="99000" algn="ctr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144000" tIns="7200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1477840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52" y="1538523"/>
            <a:ext cx="11625048" cy="466035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3"/>
                </a:solidFill>
              </a:defRPr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nov. 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5104" y="36240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325389" y="827973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8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33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11463772" y="0"/>
            <a:ext cx="580554" cy="5334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03" y="70406"/>
            <a:ext cx="10733083" cy="68021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207" y="1539421"/>
            <a:ext cx="5493600" cy="47461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186" y="1534485"/>
            <a:ext cx="5492511" cy="40175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34949" y="5896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257149" y="756889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20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11463772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03" y="92586"/>
            <a:ext cx="10733083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345441"/>
            <a:ext cx="4396338" cy="65736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1955041"/>
            <a:ext cx="4396339" cy="4268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63935" y="1345441"/>
            <a:ext cx="4396339" cy="65736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63935" y="1955041"/>
            <a:ext cx="4396339" cy="4268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9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2624F-46B2-431A-972F-D85A4183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7F6B8F-EF10-4F05-90BA-B60477F04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F86224-B22A-4D36-882B-FE348B82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BEE3-29A4-4EA5-B7E0-2782E93A2E27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6EE799-38FB-462E-A965-AF2C41BC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9D637-78E9-48CC-A48C-28C1DD3B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E2AE-B33C-4D1E-926E-C917040061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37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603" y="206886"/>
            <a:ext cx="10733083" cy="8789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1" y="1187355"/>
            <a:ext cx="11176072" cy="495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0962" y="362404"/>
            <a:ext cx="838199" cy="4154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0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793315" y="6438899"/>
            <a:ext cx="4639485" cy="34330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Evaluation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701" r:id="rId3"/>
    <p:sldLayoutId id="2147483684" r:id="rId4"/>
    <p:sldLayoutId id="2147483685" r:id="rId5"/>
    <p:sldLayoutId id="2147483703" r:id="rId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2200" b="0" i="0" kern="1200" baseline="0">
          <a:solidFill>
            <a:schemeClr val="tx1"/>
          </a:solidFill>
          <a:latin typeface="+mn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n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n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n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n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1193-EA00-7814-1613-A3458F84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1">
            <a:extLst>
              <a:ext uri="{FF2B5EF4-FFF2-40B4-BE49-F238E27FC236}">
                <a16:creationId xmlns:a16="http://schemas.microsoft.com/office/drawing/2014/main" id="{E93492A1-0302-1963-5B17-7D1AF47CF96E}"/>
              </a:ext>
            </a:extLst>
          </p:cNvPr>
          <p:cNvSpPr txBox="1"/>
          <p:nvPr/>
        </p:nvSpPr>
        <p:spPr>
          <a:xfrm>
            <a:off x="1" y="192919"/>
            <a:ext cx="536448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7D2878E-EC14-5A8A-D4F9-704954593932}"/>
              </a:ext>
            </a:extLst>
          </p:cNvPr>
          <p:cNvSpPr/>
          <p:nvPr/>
        </p:nvSpPr>
        <p:spPr>
          <a:xfrm>
            <a:off x="1" y="200515"/>
            <a:ext cx="5364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Résine 6101 &amp; Mayo (Amora)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6" name="Espace réservé du numéro de diapositive 4">
            <a:extLst>
              <a:ext uri="{FF2B5EF4-FFF2-40B4-BE49-F238E27FC236}">
                <a16:creationId xmlns:a16="http://schemas.microsoft.com/office/drawing/2014/main" id="{4DF8449E-8433-1E6C-072C-02B3865E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8750" y="-135436"/>
            <a:ext cx="411531" cy="41547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fld id="{2411E2AE-B33C-4D1E-926E-C917040061CB}" type="slidenum">
              <a:rPr lang="fr-FR" sz="1500" smtClean="0">
                <a:solidFill>
                  <a:schemeClr val="tx2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fld>
            <a:endParaRPr lang="fr-FR" sz="1500" dirty="0">
              <a:solidFill>
                <a:schemeClr val="tx2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72094F9B-3CA0-4975-979C-15B2F3E733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236663"/>
              </p:ext>
            </p:extLst>
          </p:nvPr>
        </p:nvGraphicFramePr>
        <p:xfrm>
          <a:off x="1123564" y="3806684"/>
          <a:ext cx="4699247" cy="3127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12572CE2-0C4D-4B52-87F9-115F4284C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350324"/>
              </p:ext>
            </p:extLst>
          </p:nvPr>
        </p:nvGraphicFramePr>
        <p:xfrm>
          <a:off x="1123564" y="754442"/>
          <a:ext cx="4972436" cy="2867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943F05DF-599E-4C40-8D45-6BBDDCA7B3BD}"/>
              </a:ext>
            </a:extLst>
          </p:cNvPr>
          <p:cNvSpPr txBox="1"/>
          <p:nvPr/>
        </p:nvSpPr>
        <p:spPr>
          <a:xfrm>
            <a:off x="4977728" y="835061"/>
            <a:ext cx="917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90 Pa.s</a:t>
            </a:r>
            <a:r>
              <a:rPr lang="fr-FR" sz="1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</a:p>
          <a:p>
            <a:r>
              <a:rPr lang="fr-FR" sz="1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0.4</a:t>
            </a:r>
          </a:p>
          <a:p>
            <a:r>
              <a:rPr lang="fr-FR" sz="1200" i="1" dirty="0">
                <a:latin typeface="Symbol" panose="05050102010706020507" pitchFamily="18" charset="2"/>
                <a:cs typeface="Calibri Light" panose="020F0302020204030204" pitchFamily="34" charset="0"/>
              </a:rPr>
              <a:t>t</a:t>
            </a:r>
            <a:r>
              <a:rPr lang="fr-FR" sz="12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15Pa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11BA639D-7851-409F-B6F8-7A66B4D79CB3}"/>
              </a:ext>
            </a:extLst>
          </p:cNvPr>
          <p:cNvSpPr/>
          <p:nvPr/>
        </p:nvSpPr>
        <p:spPr>
          <a:xfrm>
            <a:off x="4977728" y="843864"/>
            <a:ext cx="62144" cy="637528"/>
          </a:xfrm>
          <a:prstGeom prst="leftBrac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A4206A52-9608-4BE5-B423-6D17A6B19093}"/>
                  </a:ext>
                </a:extLst>
              </p:cNvPr>
              <p:cNvSpPr txBox="1"/>
              <p:nvPr/>
            </p:nvSpPr>
            <p:spPr>
              <a:xfrm>
                <a:off x="5580778" y="209852"/>
                <a:ext cx="1570832" cy="320344"/>
              </a:xfrm>
              <a:prstGeom prst="rect">
                <a:avLst/>
              </a:prstGeom>
              <a:noFill/>
              <a:ln w="3175">
                <a:solidFill>
                  <a:srgbClr val="FF33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rgbClr val="FF33CC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400" dirty="0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fr-FR" sz="1400" b="1" i="1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fr-FR" sz="1400" b="0" i="0" dirty="0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fr-FR" sz="1400" b="0" i="0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fr-FR" sz="1400" i="1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pt-BR" sz="14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pt-BR" sz="1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sz="1400" b="1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𝜸</m:t>
                            </m:r>
                            <m:r>
                              <a:rPr lang="fr-FR" sz="1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acc>
                      </m:e>
                      <m:sup>
                        <m:r>
                          <a:rPr lang="fr-FR" sz="14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fr-FR" sz="1400" i="1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4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r-FR" sz="1500" dirty="0">
                  <a:solidFill>
                    <a:srgbClr val="FF33CC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A4206A52-9608-4BE5-B423-6D17A6B19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8" y="209852"/>
                <a:ext cx="1570832" cy="320344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  <a:ln w="3175"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Graphique 14">
            <a:extLst>
              <a:ext uri="{FF2B5EF4-FFF2-40B4-BE49-F238E27FC236}">
                <a16:creationId xmlns:a16="http://schemas.microsoft.com/office/drawing/2014/main" id="{AE3266EC-DA0E-4E9B-9A18-232774C4BA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8241035"/>
              </p:ext>
            </p:extLst>
          </p:nvPr>
        </p:nvGraphicFramePr>
        <p:xfrm>
          <a:off x="6592209" y="835061"/>
          <a:ext cx="4972436" cy="2867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aphique 16">
            <a:extLst>
              <a:ext uri="{FF2B5EF4-FFF2-40B4-BE49-F238E27FC236}">
                <a16:creationId xmlns:a16="http://schemas.microsoft.com/office/drawing/2014/main" id="{4CFB181B-D7F7-4F5C-AB36-A566FB97BB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132159"/>
              </p:ext>
            </p:extLst>
          </p:nvPr>
        </p:nvGraphicFramePr>
        <p:xfrm>
          <a:off x="6521187" y="3730482"/>
          <a:ext cx="4699247" cy="3127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804D67FE-60F7-4BA0-A7D4-6922E56D2B64}"/>
              </a:ext>
            </a:extLst>
          </p:cNvPr>
          <p:cNvSpPr txBox="1"/>
          <p:nvPr/>
        </p:nvSpPr>
        <p:spPr>
          <a:xfrm>
            <a:off x="10504335" y="835061"/>
            <a:ext cx="917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18 Pa.s</a:t>
            </a:r>
            <a:r>
              <a:rPr lang="fr-FR" sz="1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</a:p>
          <a:p>
            <a:r>
              <a:rPr lang="fr-FR" sz="1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0.4</a:t>
            </a:r>
          </a:p>
          <a:p>
            <a:r>
              <a:rPr lang="fr-FR" sz="1200" i="1" dirty="0">
                <a:latin typeface="Symbol" panose="05050102010706020507" pitchFamily="18" charset="2"/>
                <a:cs typeface="Calibri Light" panose="020F0302020204030204" pitchFamily="34" charset="0"/>
              </a:rPr>
              <a:t>t</a:t>
            </a:r>
            <a:r>
              <a:rPr lang="fr-FR" sz="12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10Pa</a:t>
            </a:r>
          </a:p>
        </p:txBody>
      </p:sp>
      <p:sp>
        <p:nvSpPr>
          <p:cNvPr id="19" name="Accolade ouvrante 18">
            <a:extLst>
              <a:ext uri="{FF2B5EF4-FFF2-40B4-BE49-F238E27FC236}">
                <a16:creationId xmlns:a16="http://schemas.microsoft.com/office/drawing/2014/main" id="{1F6F892C-FC18-41EA-AEB1-383C8D0AD89F}"/>
              </a:ext>
            </a:extLst>
          </p:cNvPr>
          <p:cNvSpPr/>
          <p:nvPr/>
        </p:nvSpPr>
        <p:spPr>
          <a:xfrm>
            <a:off x="10504335" y="843864"/>
            <a:ext cx="62144" cy="637528"/>
          </a:xfrm>
          <a:prstGeom prst="leftBrac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6725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MEF template red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MEF">
      <a:majorFont>
        <a:latin typeface="Kozuka Gothic Pro EL"/>
        <a:ea typeface=""/>
        <a:cs typeface=""/>
      </a:majorFont>
      <a:minorFont>
        <a:latin typeface="Century Gothic"/>
        <a:ea typeface=""/>
        <a:cs typeface="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6d93d202-47fc-4405-873a-cab67cc5f1b2" xsi:nil="true"/>
    <AssetExpire xmlns="6d93d202-47fc-4405-873a-cab67cc5f1b2">2029-01-01T08:00:00+00:00</AssetExpire>
    <CampaignTagsTaxHTField0 xmlns="6d93d202-47fc-4405-873a-cab67cc5f1b2">
      <Terms xmlns="http://schemas.microsoft.com/office/infopath/2007/PartnerControls"/>
    </CampaignTagsTaxHTField0>
    <IntlLangReviewDate xmlns="6d93d202-47fc-4405-873a-cab67cc5f1b2" xsi:nil="true"/>
    <TPFriendlyName xmlns="6d93d202-47fc-4405-873a-cab67cc5f1b2" xsi:nil="true"/>
    <IntlLangReview xmlns="6d93d202-47fc-4405-873a-cab67cc5f1b2">false</IntlLangReview>
    <LocLastLocAttemptVersionLookup xmlns="6d93d202-47fc-4405-873a-cab67cc5f1b2">847778</LocLastLocAttemptVersionLookup>
    <PolicheckWords xmlns="6d93d202-47fc-4405-873a-cab67cc5f1b2" xsi:nil="true"/>
    <SubmitterId xmlns="6d93d202-47fc-4405-873a-cab67cc5f1b2" xsi:nil="true"/>
    <AcquiredFrom xmlns="6d93d202-47fc-4405-873a-cab67cc5f1b2">Internal MS</AcquiredFrom>
    <EditorialStatus xmlns="6d93d202-47fc-4405-873a-cab67cc5f1b2">Complete</EditorialStatus>
    <Markets xmlns="6d93d202-47fc-4405-873a-cab67cc5f1b2"/>
    <OriginAsset xmlns="6d93d202-47fc-4405-873a-cab67cc5f1b2" xsi:nil="true"/>
    <AssetStart xmlns="6d93d202-47fc-4405-873a-cab67cc5f1b2">2012-07-18T23:36:00+00:00</AssetStart>
    <FriendlyTitle xmlns="6d93d202-47fc-4405-873a-cab67cc5f1b2" xsi:nil="true"/>
    <MarketSpecific xmlns="6d93d202-47fc-4405-873a-cab67cc5f1b2">false</MarketSpecific>
    <TPNamespace xmlns="6d93d202-47fc-4405-873a-cab67cc5f1b2" xsi:nil="true"/>
    <PublishStatusLookup xmlns="6d93d202-47fc-4405-873a-cab67cc5f1b2">
      <Value>497326</Value>
    </PublishStatusLookup>
    <APAuthor xmlns="6d93d202-47fc-4405-873a-cab67cc5f1b2">
      <UserInfo>
        <DisplayName>REDMOND\v-alekha</DisplayName>
        <AccountId>2912</AccountId>
        <AccountType/>
      </UserInfo>
    </APAuthor>
    <TPCommandLine xmlns="6d93d202-47fc-4405-873a-cab67cc5f1b2" xsi:nil="true"/>
    <IntlLangReviewer xmlns="6d93d202-47fc-4405-873a-cab67cc5f1b2" xsi:nil="true"/>
    <OpenTemplate xmlns="6d93d202-47fc-4405-873a-cab67cc5f1b2">true</OpenTemplate>
    <CSXSubmissionDate xmlns="6d93d202-47fc-4405-873a-cab67cc5f1b2" xsi:nil="true"/>
    <TaxCatchAll xmlns="6d93d202-47fc-4405-873a-cab67cc5f1b2"/>
    <Manager xmlns="6d93d202-47fc-4405-873a-cab67cc5f1b2" xsi:nil="true"/>
    <NumericId xmlns="6d93d202-47fc-4405-873a-cab67cc5f1b2" xsi:nil="true"/>
    <ParentAssetId xmlns="6d93d202-47fc-4405-873a-cab67cc5f1b2" xsi:nil="true"/>
    <OriginalSourceMarket xmlns="6d93d202-47fc-4405-873a-cab67cc5f1b2">english</OriginalSourceMarket>
    <ApprovalStatus xmlns="6d93d202-47fc-4405-873a-cab67cc5f1b2">InProgress</ApprovalStatus>
    <TPComponent xmlns="6d93d202-47fc-4405-873a-cab67cc5f1b2" xsi:nil="true"/>
    <EditorialTags xmlns="6d93d202-47fc-4405-873a-cab67cc5f1b2" xsi:nil="true"/>
    <TPExecutable xmlns="6d93d202-47fc-4405-873a-cab67cc5f1b2" xsi:nil="true"/>
    <TPLaunchHelpLink xmlns="6d93d202-47fc-4405-873a-cab67cc5f1b2" xsi:nil="true"/>
    <LocComments xmlns="6d93d202-47fc-4405-873a-cab67cc5f1b2" xsi:nil="true"/>
    <LocRecommendedHandoff xmlns="6d93d202-47fc-4405-873a-cab67cc5f1b2" xsi:nil="true"/>
    <SourceTitle xmlns="6d93d202-47fc-4405-873a-cab67cc5f1b2" xsi:nil="true"/>
    <CSXUpdate xmlns="6d93d202-47fc-4405-873a-cab67cc5f1b2">false</CSXUpdate>
    <IntlLocPriority xmlns="6d93d202-47fc-4405-873a-cab67cc5f1b2" xsi:nil="true"/>
    <UAProjectedTotalWords xmlns="6d93d202-47fc-4405-873a-cab67cc5f1b2" xsi:nil="true"/>
    <AssetType xmlns="6d93d202-47fc-4405-873a-cab67cc5f1b2">TP</AssetType>
    <MachineTranslated xmlns="6d93d202-47fc-4405-873a-cab67cc5f1b2">false</MachineTranslated>
    <OutputCachingOn xmlns="6d93d202-47fc-4405-873a-cab67cc5f1b2">false</OutputCachingOn>
    <TemplateStatus xmlns="6d93d202-47fc-4405-873a-cab67cc5f1b2">Complete</TemplateStatus>
    <IsSearchable xmlns="6d93d202-47fc-4405-873a-cab67cc5f1b2">true</IsSearchable>
    <ContentItem xmlns="6d93d202-47fc-4405-873a-cab67cc5f1b2" xsi:nil="true"/>
    <HandoffToMSDN xmlns="6d93d202-47fc-4405-873a-cab67cc5f1b2" xsi:nil="true"/>
    <ShowIn xmlns="6d93d202-47fc-4405-873a-cab67cc5f1b2">Show everywhere</ShowIn>
    <ThumbnailAssetId xmlns="6d93d202-47fc-4405-873a-cab67cc5f1b2" xsi:nil="true"/>
    <UALocComments xmlns="6d93d202-47fc-4405-873a-cab67cc5f1b2" xsi:nil="true"/>
    <UALocRecommendation xmlns="6d93d202-47fc-4405-873a-cab67cc5f1b2">Localize</UALocRecommendation>
    <LastModifiedDateTime xmlns="6d93d202-47fc-4405-873a-cab67cc5f1b2" xsi:nil="true"/>
    <LegacyData xmlns="6d93d202-47fc-4405-873a-cab67cc5f1b2" xsi:nil="true"/>
    <LocManualTestRequired xmlns="6d93d202-47fc-4405-873a-cab67cc5f1b2">false</LocManualTestRequired>
    <LocMarketGroupTiers2 xmlns="6d93d202-47fc-4405-873a-cab67cc5f1b2" xsi:nil="true"/>
    <ClipArtFilename xmlns="6d93d202-47fc-4405-873a-cab67cc5f1b2" xsi:nil="true"/>
    <TPApplication xmlns="6d93d202-47fc-4405-873a-cab67cc5f1b2" xsi:nil="true"/>
    <CSXHash xmlns="6d93d202-47fc-4405-873a-cab67cc5f1b2" xsi:nil="true"/>
    <DirectSourceMarket xmlns="6d93d202-47fc-4405-873a-cab67cc5f1b2">english</DirectSourceMarket>
    <PrimaryImageGen xmlns="6d93d202-47fc-4405-873a-cab67cc5f1b2">true</PrimaryImageGen>
    <PlannedPubDate xmlns="6d93d202-47fc-4405-873a-cab67cc5f1b2" xsi:nil="true"/>
    <CSXSubmissionMarket xmlns="6d93d202-47fc-4405-873a-cab67cc5f1b2" xsi:nil="true"/>
    <Downloads xmlns="6d93d202-47fc-4405-873a-cab67cc5f1b2">0</Downloads>
    <ArtSampleDocs xmlns="6d93d202-47fc-4405-873a-cab67cc5f1b2" xsi:nil="true"/>
    <TrustLevel xmlns="6d93d202-47fc-4405-873a-cab67cc5f1b2">1 Microsoft Managed Content</TrustLevel>
    <BlockPublish xmlns="6d93d202-47fc-4405-873a-cab67cc5f1b2">false</BlockPublish>
    <TPLaunchHelpLinkType xmlns="6d93d202-47fc-4405-873a-cab67cc5f1b2">Template</TPLaunchHelpLinkType>
    <LocalizationTagsTaxHTField0 xmlns="6d93d202-47fc-4405-873a-cab67cc5f1b2">
      <Terms xmlns="http://schemas.microsoft.com/office/infopath/2007/PartnerControls"/>
    </LocalizationTagsTaxHTField0>
    <BusinessGroup xmlns="6d93d202-47fc-4405-873a-cab67cc5f1b2" xsi:nil="true"/>
    <Providers xmlns="6d93d202-47fc-4405-873a-cab67cc5f1b2" xsi:nil="true"/>
    <TemplateTemplateType xmlns="6d93d202-47fc-4405-873a-cab67cc5f1b2">PowerPoint Presentation Template</TemplateTemplateType>
    <TimesCloned xmlns="6d93d202-47fc-4405-873a-cab67cc5f1b2" xsi:nil="true"/>
    <TPAppVersion xmlns="6d93d202-47fc-4405-873a-cab67cc5f1b2" xsi:nil="true"/>
    <VoteCount xmlns="6d93d202-47fc-4405-873a-cab67cc5f1b2" xsi:nil="true"/>
    <AverageRating xmlns="6d93d202-47fc-4405-873a-cab67cc5f1b2" xsi:nil="true"/>
    <FeatureTagsTaxHTField0 xmlns="6d93d202-47fc-4405-873a-cab67cc5f1b2">
      <Terms xmlns="http://schemas.microsoft.com/office/infopath/2007/PartnerControls"/>
    </FeatureTagsTaxHTField0>
    <Provider xmlns="6d93d202-47fc-4405-873a-cab67cc5f1b2" xsi:nil="true"/>
    <UACurrentWords xmlns="6d93d202-47fc-4405-873a-cab67cc5f1b2" xsi:nil="true"/>
    <AssetId xmlns="6d93d202-47fc-4405-873a-cab67cc5f1b2">TP103039515</AssetId>
    <TPClientViewer xmlns="6d93d202-47fc-4405-873a-cab67cc5f1b2" xsi:nil="true"/>
    <DSATActionTaken xmlns="6d93d202-47fc-4405-873a-cab67cc5f1b2" xsi:nil="true"/>
    <APEditor xmlns="6d93d202-47fc-4405-873a-cab67cc5f1b2">
      <UserInfo>
        <DisplayName/>
        <AccountId xsi:nil="true"/>
        <AccountType/>
      </UserInfo>
    </APEditor>
    <TPInstallLocation xmlns="6d93d202-47fc-4405-873a-cab67cc5f1b2" xsi:nil="true"/>
    <OOCacheId xmlns="6d93d202-47fc-4405-873a-cab67cc5f1b2" xsi:nil="true"/>
    <IsDeleted xmlns="6d93d202-47fc-4405-873a-cab67cc5f1b2">false</IsDeleted>
    <PublishTargets xmlns="6d93d202-47fc-4405-873a-cab67cc5f1b2">OfficeOnlineVNext</PublishTargets>
    <ApprovalLog xmlns="6d93d202-47fc-4405-873a-cab67cc5f1b2" xsi:nil="true"/>
    <BugNumber xmlns="6d93d202-47fc-4405-873a-cab67cc5f1b2" xsi:nil="true"/>
    <CrawlForDependencies xmlns="6d93d202-47fc-4405-873a-cab67cc5f1b2">false</CrawlForDependencies>
    <InternalTagsTaxHTField0 xmlns="6d93d202-47fc-4405-873a-cab67cc5f1b2">
      <Terms xmlns="http://schemas.microsoft.com/office/infopath/2007/PartnerControls"/>
    </InternalTagsTaxHTField0>
    <LastHandOff xmlns="6d93d202-47fc-4405-873a-cab67cc5f1b2" xsi:nil="true"/>
    <Milestone xmlns="6d93d202-47fc-4405-873a-cab67cc5f1b2" xsi:nil="true"/>
    <OriginalRelease xmlns="6d93d202-47fc-4405-873a-cab67cc5f1b2">15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UANotes xmlns="6d93d202-47fc-4405-873a-cab67cc5f1b2" xsi:nil="true"/>
    <Component xmlns="64acb2c5-0a2b-4bda-bd34-58e36cbb80d2" xsi:nil="true"/>
    <Description0 xmlns="64acb2c5-0a2b-4bda-bd34-58e36cbb80d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AE737A-72D2-4F07-84A4-D46333E273A5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6d93d202-47fc-4405-873a-cab67cc5f1b2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64acb2c5-0a2b-4bda-bd34-58e36cbb80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352BFCB-2CC8-4BA2-97C8-FEA5C605A5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90</Words>
  <Application>Microsoft Office PowerPoint</Application>
  <PresentationFormat>Grand écran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Calibri</vt:lpstr>
      <vt:lpstr>Calibri Light</vt:lpstr>
      <vt:lpstr>Cambria Math</vt:lpstr>
      <vt:lpstr>Century Gothic</vt:lpstr>
      <vt:lpstr>Kozuka Gothic Pro EL</vt:lpstr>
      <vt:lpstr>Symbol</vt:lpstr>
      <vt:lpstr>Wingdings 3</vt:lpstr>
      <vt:lpstr>CEMEF template red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Edith PEUVREL-DISDIER</dc:creator>
  <cp:lastModifiedBy>Anselmo SOEIRO PEREIRA</cp:lastModifiedBy>
  <cp:revision>31</cp:revision>
  <dcterms:created xsi:type="dcterms:W3CDTF">2017-10-12T11:51:05Z</dcterms:created>
  <dcterms:modified xsi:type="dcterms:W3CDTF">2026-02-12T11:00:33Z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0x01010069924D1ECC420D47A2456556BC94F7370400BDF4491DEA4973499845289601F88B9F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LocMarketGroupTiers">
    <vt:lpwstr/>
  </property>
  <property fmtid="{D5CDD505-2E9C-101B-9397-08002B2CF9AE}" pid="11" name="CategoryTagsTaxHTField0">
    <vt:lpwstr/>
  </property>
  <property fmtid="{D5CDD505-2E9C-101B-9397-08002B2CF9AE}" pid="12" name="HiddenCategoryTagsTaxHTField0">
    <vt:lpwstr/>
  </property>
</Properties>
</file>