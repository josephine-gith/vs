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845D67-B481-26FD-6A5A-0C90B2A97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D59DFF-FAB7-2D97-BA64-C6DC95056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0925CB-9FD7-3C5B-EC83-BD65435E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5A967A-7B85-0D6C-42FB-AD31C07D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8AB7F2-39D6-6090-8BF4-B25657EF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53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B871D0-53BE-5B8E-6A42-9D2A5694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64890B-A1EB-748D-800F-31F37F227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BD19F9-701E-C2DF-4F7E-A8738E03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B456AA-53DA-4390-2857-A318BFAC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B0188B-304C-B583-3A67-826C90AC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05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A2FB2E-C7A6-5BA7-E44E-640916CB7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B8C5F1-EE89-18BD-80FE-9E86B0A6F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65E057-67F8-941D-5EF1-7F7E2AB2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CE5B30-C9B7-C7DE-C724-1C01227A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6CE27-F649-6FF3-0C4F-6BE84FFA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27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F79FE8-02AD-9C70-4E18-D9366A54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8C5DB-7CBB-2275-2A8F-754F14C11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44376A-81CD-0854-6EEE-F1A6C0E85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F87927-DE8A-F2F9-F71D-2FA71966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660147-579E-6114-B879-61A0E4B1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84034E-D757-CF05-EF29-E2CEBAC0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237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744F10-F485-F358-311D-C30CBFFC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A4EC59-8F96-1840-7836-7A689C47B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7F032C-F462-D682-82CA-3FFF28BAD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050DE7-2090-3ADE-7423-FC0571B90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EBAAC4-D6BC-2EB9-E89E-6AE6CBD33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7E9B07-9B57-2DA3-4A37-B60A512F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AD2B13-2343-4BC8-8C1D-FD59C202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0D2ED8-3FBA-2B6C-C365-162FD72E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80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32CB30-7A7B-95D1-9B03-98AA4CCA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E9088B9-B2CD-F052-AB65-81591F6D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4E3069-D433-27A9-6E44-F0E3AD9F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A71A6D-92AC-A80C-4A96-73B6575C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54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B0C6DA-BA01-BAB8-A129-9CE19362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14054F-8FEA-887B-6C56-246150F3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852A32-5A97-0B91-96EB-FF25378E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99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A7A68-FA69-B6BE-A79D-76111B2C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D4AD7A-1B1A-D7EB-6972-66DD81F98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E7EEE3-D8E7-800C-BD6D-13B0FF1E0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F028B0-43CE-C5A7-F3C7-15867683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32C2F3-027D-A1A2-EA4B-3B27CE7F4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4904C6-96F8-AC7A-96F4-CC6EF15F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18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927ADD-9254-51D9-B058-20CFC35C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FAAA213-00C0-CDAB-054E-994F17EB5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C550B6-A71E-2EDE-FA79-DDCFDAE41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687C93-5E2D-6AD3-69CD-51B9287A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30C29D-725B-BDB8-7ABD-474C02D3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FB3D37-DDBE-32B9-F016-CF900257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98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3900E-9ED4-8E14-FF7A-5257C9CE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F38BF2-9B00-8ED0-5732-9655CE391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E020AC-0D78-0707-A7BA-DD954864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545D9D-B24C-EBE4-AFEF-DD339A07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830AFF-7603-D816-CCD6-B1D95693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44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6F86773-941E-D0B5-CE9B-15D56CE1B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0F3870-CEDC-BB76-7281-0E2C17AC2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CF484C-4E0E-F63D-0B88-FCA24FAC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9A31FF-CA5D-C7B1-38EA-315256A1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8C7D5-F019-80A3-D820-FCE9ACE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91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7D597F0-2233-D2B8-4EAC-D146259D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B824F5-39AC-741F-B8AD-4E9EE8242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BEAAFF-005C-7E84-3CF4-6DE803C55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41148-A29F-4842-9635-F7903064C7CE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B6FA96-7D77-D685-66AC-A37BDC3F3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C8E44-E3F7-9D73-9053-0704E5BA4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0F49C-5CD7-4D1D-93B1-EA8DA0E91E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221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0008">
            <a:hlinkClick r:id="" action="ppaction://media"/>
            <a:extLst>
              <a:ext uri="{FF2B5EF4-FFF2-40B4-BE49-F238E27FC236}">
                <a16:creationId xmlns:a16="http://schemas.microsoft.com/office/drawing/2014/main" id="{D43C77F2-BA4E-E39C-4486-C0973AE49B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lum/>
          </a:blip>
          <a:srcRect l="34350" r="30233"/>
          <a:stretch>
            <a:fillRect/>
          </a:stretch>
        </p:blipFill>
        <p:spPr>
          <a:xfrm>
            <a:off x="946149" y="778055"/>
            <a:ext cx="1403351" cy="222885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C0009">
            <a:hlinkClick r:id="" action="ppaction://media"/>
            <a:extLst>
              <a:ext uri="{FF2B5EF4-FFF2-40B4-BE49-F238E27FC236}">
                <a16:creationId xmlns:a16="http://schemas.microsoft.com/office/drawing/2014/main" id="{666EBA72-FD72-17E7-1317-8B122123408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>
            <a:lum/>
          </a:blip>
          <a:srcRect l="47389" t="31998" r="28596" b="193"/>
          <a:stretch>
            <a:fillRect/>
          </a:stretch>
        </p:blipFill>
        <p:spPr>
          <a:xfrm>
            <a:off x="2533649" y="778055"/>
            <a:ext cx="1403351" cy="222885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Image 7" descr="Une image contenant intérieur">
            <a:extLst>
              <a:ext uri="{FF2B5EF4-FFF2-40B4-BE49-F238E27FC236}">
                <a16:creationId xmlns:a16="http://schemas.microsoft.com/office/drawing/2014/main" id="{7D4F9B23-A1CE-716B-0536-CEDAA98B1F2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373" r="30163" b="2159"/>
          <a:stretch>
            <a:fillRect/>
          </a:stretch>
        </p:blipFill>
        <p:spPr>
          <a:xfrm rot="16200000" flipV="1">
            <a:off x="6686212" y="1025863"/>
            <a:ext cx="4737766" cy="455928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7EC051C-32BD-08A4-570E-FF49CE7859C1}"/>
              </a:ext>
            </a:extLst>
          </p:cNvPr>
          <p:cNvCxnSpPr>
            <a:cxnSpLocks/>
          </p:cNvCxnSpPr>
          <p:nvPr/>
        </p:nvCxnSpPr>
        <p:spPr>
          <a:xfrm>
            <a:off x="11709400" y="1356085"/>
            <a:ext cx="0" cy="3670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445A9AF-89AB-76E6-F84F-3F98AC49FD3D}"/>
              </a:ext>
            </a:extLst>
          </p:cNvPr>
          <p:cNvCxnSpPr/>
          <p:nvPr/>
        </p:nvCxnSpPr>
        <p:spPr>
          <a:xfrm>
            <a:off x="654050" y="1517650"/>
            <a:ext cx="1090295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28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8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44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5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Grand écran</PresentationFormat>
  <Paragraphs>0</Paragraphs>
  <Slides>1</Slides>
  <Notes>0</Notes>
  <HiddenSlides>0</HiddenSlides>
  <MMClips>2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Anselmo SOEIRO PEREIRA</dc:creator>
  <cp:lastModifiedBy>Joséphine PERONNE</cp:lastModifiedBy>
  <cp:revision>3</cp:revision>
  <dcterms:created xsi:type="dcterms:W3CDTF">2026-02-12T09:04:55Z</dcterms:created>
  <dcterms:modified xsi:type="dcterms:W3CDTF">2026-02-12T09:50:12Z</dcterms:modified>
</cp:coreProperties>
</file>