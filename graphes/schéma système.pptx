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C857BB-AFC3-8678-A8CE-6C9C490CB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82A931-6C24-FB93-ACA1-F39A1558B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466E2A-BE30-0DEE-BFFD-0ECBD06E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AF2973-9CFF-7069-A16A-AAC3EED1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90A8E6-C445-FB83-53F0-E3F6D22A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4605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5EE9C-691E-0A50-C8B7-B7A5B0C8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CCCBDA-710C-8091-64E9-10C373B64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B77649-8694-A935-04D9-8B3A587E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A9AF7E-F2A5-9762-49DE-A0DDF8DE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85A653-8333-F6F6-4A9E-C3F68BD9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385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E61270-CF7E-2C94-0B28-4EB09E9E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D52F2E-88B3-E7EC-77EC-55B2D0C13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AB5171-2061-9312-DFD8-4067C78E0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F4C23B-9374-837B-6614-86D3088D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252B63-050E-C4EF-7642-B99CB384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084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9485B8-2758-D70E-D9F7-5B044AB68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8F5BE6-690F-CF55-7611-B5C803CCF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18B5BD-9E3D-381D-8D06-0CE0A5BD2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5DEAB3-447B-7D8E-FD62-E1D9816F2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0103F47-3BAC-6BCD-C709-77C8CF2E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F2529B-F599-68FD-91BA-3128BC04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574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36F54C-8004-7D20-C321-C558830D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C5DFD0-69D2-4752-12D9-5E0E6FF06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BD8C58-EE0B-FA51-F152-90674D656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6D66911-1D70-31DD-2B54-7F88AA8B1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CB04E1F-6B3F-E3DE-5946-A34FFBF7C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DC055A8-A299-8D6B-56BA-717F034D3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50F292E-2C64-132A-28E9-9BFF4B51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3AAA10E-C04A-EEFE-F1DE-3F196916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94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E3AC1-22D0-1DCA-A6BD-539B409A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0A9827-F745-B43A-B910-3EDDC86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AACE27-EBAB-4FFC-51DA-47A22D75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D419CB-B462-216F-0176-41F1BC2B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571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39F9A38-D194-A2A2-DFD0-3754CB2F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BDB0AC-43D6-3368-A04D-9639F090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C3410B-4645-0C59-7212-52AA05B5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22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878CEE-86A9-B315-DD2A-A69DC9F4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ACD89A-106F-9A3B-7AE5-1F897C781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55B5ED-1170-A143-00F3-503D46A0F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C82ECC-B166-C636-C7D5-00C366BDC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CADC622-C1F0-4FFF-2AF0-5BB5DE6A1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A376E9-CEB9-F0BC-E481-114E266E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986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74AAF-4ABE-927A-7CBC-62245EF0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F1AC8C-F3AC-9EE5-4296-1C666C4F5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66337A2-2B6A-7846-4954-61384162D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BCC5BE-FFCF-DB1E-232F-D86BFF28C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BA40B9-AC19-556A-6F59-42C866CD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6C1888-AC76-FD75-8822-F1926BE5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44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5E8FD-C3D6-413B-8FEA-F3F31A58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603DDB6-0E8A-D170-B8CB-954ABDB0D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DFA90B-24FA-0D63-55DD-0C469F2DF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3D6078-A178-6A7C-EC9F-19FA19DB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50FBE5-31B2-B0DA-E4D0-1285E640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288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B3FBAAB-DDC4-BC9C-581B-C2882654D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7BED20-D99B-9C71-118C-5920FE1B9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C608C0-5D4F-1F89-D2C7-2781874B7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371371-199E-1B0D-7345-7CD2809A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5CC747-670F-7B7F-1958-446E074B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9FBA873-EE3C-9464-6032-27397CBDA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124B2A-649B-EAA3-87D1-7263F4831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894930-7E51-C046-C3E1-2A5010CA2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0D7D2-33AA-415C-845A-798464CD3163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683CF4-6713-E96D-CE99-63EF2AF77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5FE0FD-8B44-6E8C-2A43-549AA04D2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A2818-E81B-4971-8389-42313215D8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028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371A1C-BDF0-F8D8-EF33-072230DAA63B}"/>
              </a:ext>
            </a:extLst>
          </p:cNvPr>
          <p:cNvSpPr/>
          <p:nvPr/>
        </p:nvSpPr>
        <p:spPr>
          <a:xfrm>
            <a:off x="3964110" y="2732925"/>
            <a:ext cx="4263776" cy="18288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AD36613-0914-8ABF-E00C-431FB2AAFE34}"/>
              </a:ext>
            </a:extLst>
          </p:cNvPr>
          <p:cNvCxnSpPr/>
          <p:nvPr/>
        </p:nvCxnSpPr>
        <p:spPr>
          <a:xfrm>
            <a:off x="2217504" y="4561725"/>
            <a:ext cx="775698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99DFEB0-3945-8E42-2E63-C5821C70849B}"/>
              </a:ext>
            </a:extLst>
          </p:cNvPr>
          <p:cNvCxnSpPr/>
          <p:nvPr/>
        </p:nvCxnSpPr>
        <p:spPr>
          <a:xfrm>
            <a:off x="2217505" y="2702103"/>
            <a:ext cx="775698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EBC1E08-F4C5-C81C-A62F-5131DFC68AB4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6085717" y="1532467"/>
            <a:ext cx="10281" cy="3029258"/>
          </a:xfrm>
          <a:prstGeom prst="straightConnector1">
            <a:avLst/>
          </a:prstGeom>
          <a:ln>
            <a:prstDash val="lg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C68D45F-EC08-0632-E4A6-60B5DDE7A28C}"/>
              </a:ext>
            </a:extLst>
          </p:cNvPr>
          <p:cNvCxnSpPr>
            <a:cxnSpLocks/>
          </p:cNvCxnSpPr>
          <p:nvPr/>
        </p:nvCxnSpPr>
        <p:spPr>
          <a:xfrm>
            <a:off x="5998026" y="4534205"/>
            <a:ext cx="4352474" cy="27519"/>
          </a:xfrm>
          <a:prstGeom prst="straightConnector1">
            <a:avLst/>
          </a:prstGeom>
          <a:ln>
            <a:prstDash val="lg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B71C2306-FDCF-3A04-C889-9857A1360278}"/>
              </a:ext>
            </a:extLst>
          </p:cNvPr>
          <p:cNvSpPr/>
          <p:nvPr/>
        </p:nvSpPr>
        <p:spPr>
          <a:xfrm>
            <a:off x="2381789" y="1837607"/>
            <a:ext cx="495219" cy="84908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 : bas 14">
            <a:extLst>
              <a:ext uri="{FF2B5EF4-FFF2-40B4-BE49-F238E27FC236}">
                <a16:creationId xmlns:a16="http://schemas.microsoft.com/office/drawing/2014/main" id="{51AB12F6-251A-6DA1-896B-45BC337E90E7}"/>
              </a:ext>
            </a:extLst>
          </p:cNvPr>
          <p:cNvSpPr/>
          <p:nvPr/>
        </p:nvSpPr>
        <p:spPr>
          <a:xfrm>
            <a:off x="9314986" y="1822196"/>
            <a:ext cx="495219" cy="84908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4E235F40-1216-6F62-4AF8-7683133FC13E}"/>
                  </a:ext>
                </a:extLst>
              </p:cNvPr>
              <p:cNvSpPr txBox="1"/>
              <p:nvPr/>
            </p:nvSpPr>
            <p:spPr>
              <a:xfrm>
                <a:off x="6095996" y="1304332"/>
                <a:ext cx="297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4E235F40-1216-6F62-4AF8-7683133FC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6" y="1304332"/>
                <a:ext cx="297946" cy="369332"/>
              </a:xfrm>
              <a:prstGeom prst="rect">
                <a:avLst/>
              </a:prstGeom>
              <a:blipFill>
                <a:blip r:embed="rId2"/>
                <a:stretch>
                  <a:fillRect t="-11475" r="-32653" b="-229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B0F1943C-2623-34D0-C4AD-2F65E0F28684}"/>
              </a:ext>
            </a:extLst>
          </p:cNvPr>
          <p:cNvCxnSpPr/>
          <p:nvPr/>
        </p:nvCxnSpPr>
        <p:spPr>
          <a:xfrm>
            <a:off x="6095996" y="4849402"/>
            <a:ext cx="21318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E810D07-BB44-ECD6-E22B-D0782A92ED7F}"/>
              </a:ext>
            </a:extLst>
          </p:cNvPr>
          <p:cNvCxnSpPr>
            <a:cxnSpLocks/>
          </p:cNvCxnSpPr>
          <p:nvPr/>
        </p:nvCxnSpPr>
        <p:spPr>
          <a:xfrm flipV="1">
            <a:off x="8782686" y="2717514"/>
            <a:ext cx="0" cy="18133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2F93AC07-F766-23D1-1AFC-79303272A850}"/>
                  </a:ext>
                </a:extLst>
              </p:cNvPr>
              <p:cNvSpPr txBox="1"/>
              <p:nvPr/>
            </p:nvSpPr>
            <p:spPr>
              <a:xfrm>
                <a:off x="8803243" y="3447248"/>
                <a:ext cx="297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2F93AC07-F766-23D1-1AFC-79303272A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243" y="3447248"/>
                <a:ext cx="297946" cy="369332"/>
              </a:xfrm>
              <a:prstGeom prst="rect">
                <a:avLst/>
              </a:prstGeom>
              <a:blipFill>
                <a:blip r:embed="rId3"/>
                <a:stretch>
                  <a:fillRect t="-9836" r="-38776" b="-229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F81E36BE-0FCF-6B60-00FC-D133E5AD4BB1}"/>
                  </a:ext>
                </a:extLst>
              </p:cNvPr>
              <p:cNvSpPr txBox="1"/>
              <p:nvPr/>
            </p:nvSpPr>
            <p:spPr>
              <a:xfrm>
                <a:off x="7012968" y="4762464"/>
                <a:ext cx="297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F81E36BE-0FCF-6B60-00FC-D133E5AD4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968" y="4762464"/>
                <a:ext cx="297946" cy="369332"/>
              </a:xfrm>
              <a:prstGeom prst="rect">
                <a:avLst/>
              </a:prstGeom>
              <a:blipFill>
                <a:blip r:embed="rId4"/>
                <a:stretch>
                  <a:fillRect t="-9836" r="-34694" b="-229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e 26">
            <a:extLst>
              <a:ext uri="{FF2B5EF4-FFF2-40B4-BE49-F238E27FC236}">
                <a16:creationId xmlns:a16="http://schemas.microsoft.com/office/drawing/2014/main" id="{8885B440-C6EC-D613-CEC3-1E5C96F91947}"/>
              </a:ext>
            </a:extLst>
          </p:cNvPr>
          <p:cNvGrpSpPr/>
          <p:nvPr/>
        </p:nvGrpSpPr>
        <p:grpSpPr>
          <a:xfrm>
            <a:off x="7499093" y="1147804"/>
            <a:ext cx="462696" cy="871836"/>
            <a:chOff x="3748351" y="779503"/>
            <a:chExt cx="462696" cy="871836"/>
          </a:xfrm>
        </p:grpSpPr>
        <p:sp>
          <p:nvSpPr>
            <p:cNvPr id="25" name="Flèche : bas 24">
              <a:extLst>
                <a:ext uri="{FF2B5EF4-FFF2-40B4-BE49-F238E27FC236}">
                  <a16:creationId xmlns:a16="http://schemas.microsoft.com/office/drawing/2014/main" id="{E5D7B745-E5E0-BFEE-A1B7-6BB4A12CB6AE}"/>
                </a:ext>
              </a:extLst>
            </p:cNvPr>
            <p:cNvSpPr/>
            <p:nvPr/>
          </p:nvSpPr>
          <p:spPr>
            <a:xfrm>
              <a:off x="3748351" y="779503"/>
              <a:ext cx="215757" cy="871836"/>
            </a:xfrm>
            <a:prstGeom prst="downArrow">
              <a:avLst>
                <a:gd name="adj1" fmla="val 38228"/>
                <a:gd name="adj2" fmla="val 19244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ZoneTexte 25">
                  <a:extLst>
                    <a:ext uri="{FF2B5EF4-FFF2-40B4-BE49-F238E27FC236}">
                      <a16:creationId xmlns:a16="http://schemas.microsoft.com/office/drawing/2014/main" id="{47D160C5-5D47-6F90-7E93-17E61EFC2D20}"/>
                    </a:ext>
                  </a:extLst>
                </p:cNvPr>
                <p:cNvSpPr txBox="1"/>
                <p:nvPr/>
              </p:nvSpPr>
              <p:spPr>
                <a:xfrm>
                  <a:off x="3913109" y="827270"/>
                  <a:ext cx="29793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</m:acc>
                      </m:oMath>
                    </m:oMathPara>
                  </a14:m>
                  <a:endParaRPr lang="fr-FR" b="1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6" name="ZoneTexte 25">
                  <a:extLst>
                    <a:ext uri="{FF2B5EF4-FFF2-40B4-BE49-F238E27FC236}">
                      <a16:creationId xmlns:a16="http://schemas.microsoft.com/office/drawing/2014/main" id="{47D160C5-5D47-6F90-7E93-17E61EFC2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3109" y="827270"/>
                  <a:ext cx="29793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4082" r="-6122" b="-2391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16DAE8D6-0A54-988F-C995-72F959741E80}"/>
                  </a:ext>
                </a:extLst>
              </p:cNvPr>
              <p:cNvSpPr txBox="1"/>
              <p:nvPr/>
            </p:nvSpPr>
            <p:spPr>
              <a:xfrm>
                <a:off x="2856924" y="1589040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16DAE8D6-0A54-988F-C995-72F959741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924" y="1589040"/>
                <a:ext cx="514564" cy="276999"/>
              </a:xfrm>
              <a:prstGeom prst="rect">
                <a:avLst/>
              </a:prstGeom>
              <a:blipFill>
                <a:blip r:embed="rId6"/>
                <a:stretch>
                  <a:fillRect l="-10714" t="-4444" r="-11905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764CCECE-CD83-BEBF-58D0-2F3B8576DA26}"/>
                  </a:ext>
                </a:extLst>
              </p:cNvPr>
              <p:cNvSpPr txBox="1"/>
              <p:nvPr/>
            </p:nvSpPr>
            <p:spPr>
              <a:xfrm>
                <a:off x="8843907" y="1600879"/>
                <a:ext cx="5145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764CCECE-CD83-BEBF-58D0-2F3B8576D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907" y="1600879"/>
                <a:ext cx="514564" cy="276999"/>
              </a:xfrm>
              <a:prstGeom prst="rect">
                <a:avLst/>
              </a:prstGeom>
              <a:blipFill>
                <a:blip r:embed="rId7"/>
                <a:stretch>
                  <a:fillRect l="-10714" t="-4444" r="-11905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8929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</Words>
  <Application>Microsoft Office PowerPoint</Application>
  <PresentationFormat>Grand écran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Joséphine PERONNE</dc:creator>
  <cp:lastModifiedBy>Joséphine PERONNE</cp:lastModifiedBy>
  <cp:revision>3</cp:revision>
  <dcterms:created xsi:type="dcterms:W3CDTF">2026-01-12T12:36:09Z</dcterms:created>
  <dcterms:modified xsi:type="dcterms:W3CDTF">2026-01-12T13:51:43Z</dcterms:modified>
</cp:coreProperties>
</file>